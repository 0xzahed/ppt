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75" r:id="rId8"/>
    <p:sldId id="276" r:id="rId9"/>
    <p:sldId id="277" r:id="rId10"/>
    <p:sldId id="260" r:id="rId11"/>
    <p:sldId id="261" r:id="rId12"/>
    <p:sldId id="262" r:id="rId13"/>
    <p:sldId id="268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839900-3F5C-6F0C-1106-82A2F002885E}" v="370" dt="2026-02-28T04:02:15.546"/>
    <p1510:client id="{22F103E8-ABB1-7AC9-650E-5AEE270C8EE3}" v="36" dt="2026-02-28T17:26:06.322"/>
    <p1510:client id="{72F6B1E0-358F-CB82-B38B-AB9C1F87EFBA}" v="6" dt="2026-03-01T02:06:46.428"/>
    <p1510:client id="{9D4CA02C-37B7-4107-564C-90370E49BC1F}" v="56" dt="2026-02-28T04:23:11.107"/>
    <p1510:client id="{ABE092C4-3433-7268-59ED-14AB5AF69389}" v="80" dt="2026-02-28T04:17:05.1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u Zahed" userId="S::abu15-4716@diu.edu.bd::82e9d348-417f-4c27-9d19-08c35bdc102b" providerId="AD" clId="Web-{ABE092C4-3433-7268-59ED-14AB5AF69389}"/>
    <pc:docChg chg="addSld delSld modSld">
      <pc:chgData name="Abu Zahed" userId="S::abu15-4716@diu.edu.bd::82e9d348-417f-4c27-9d19-08c35bdc102b" providerId="AD" clId="Web-{ABE092C4-3433-7268-59ED-14AB5AF69389}" dt="2026-02-28T04:17:05.113" v="138" actId="20577"/>
      <pc:docMkLst>
        <pc:docMk/>
      </pc:docMkLst>
      <pc:sldChg chg="modSp">
        <pc:chgData name="Abu Zahed" userId="S::abu15-4716@diu.edu.bd::82e9d348-417f-4c27-9d19-08c35bdc102b" providerId="AD" clId="Web-{ABE092C4-3433-7268-59ED-14AB5AF69389}" dt="2026-02-28T04:17:05.113" v="138" actId="20577"/>
        <pc:sldMkLst>
          <pc:docMk/>
          <pc:sldMk cId="1839090532" sldId="256"/>
        </pc:sldMkLst>
        <pc:spChg chg="mod">
          <ac:chgData name="Abu Zahed" userId="S::abu15-4716@diu.edu.bd::82e9d348-417f-4c27-9d19-08c35bdc102b" providerId="AD" clId="Web-{ABE092C4-3433-7268-59ED-14AB5AF69389}" dt="2026-02-28T04:17:05.113" v="138" actId="20577"/>
          <ac:spMkLst>
            <pc:docMk/>
            <pc:sldMk cId="1839090532" sldId="256"/>
            <ac:spMk id="2" creationId="{66227E12-4BFF-8665-E779-1F1BFA666DAF}"/>
          </ac:spMkLst>
        </pc:spChg>
        <pc:spChg chg="mod">
          <ac:chgData name="Abu Zahed" userId="S::abu15-4716@diu.edu.bd::82e9d348-417f-4c27-9d19-08c35bdc102b" providerId="AD" clId="Web-{ABE092C4-3433-7268-59ED-14AB5AF69389}" dt="2026-02-28T04:16:42.175" v="135" actId="20577"/>
          <ac:spMkLst>
            <pc:docMk/>
            <pc:sldMk cId="1839090532" sldId="256"/>
            <ac:spMk id="6" creationId="{082ACE52-5621-5E70-0E4A-91971A8137F9}"/>
          </ac:spMkLst>
        </pc:spChg>
      </pc:sldChg>
      <pc:sldChg chg="addSp delSp modSp">
        <pc:chgData name="Abu Zahed" userId="S::abu15-4716@diu.edu.bd::82e9d348-417f-4c27-9d19-08c35bdc102b" providerId="AD" clId="Web-{ABE092C4-3433-7268-59ED-14AB5AF69389}" dt="2026-02-28T04:07:50.762" v="38" actId="1076"/>
        <pc:sldMkLst>
          <pc:docMk/>
          <pc:sldMk cId="485673912" sldId="259"/>
        </pc:sldMkLst>
        <pc:spChg chg="mod">
          <ac:chgData name="Abu Zahed" userId="S::abu15-4716@diu.edu.bd::82e9d348-417f-4c27-9d19-08c35bdc102b" providerId="AD" clId="Web-{ABE092C4-3433-7268-59ED-14AB5AF69389}" dt="2026-02-28T04:05:46.007" v="10"/>
          <ac:spMkLst>
            <pc:docMk/>
            <pc:sldMk cId="485673912" sldId="259"/>
            <ac:spMk id="2" creationId="{835F77B3-4AAF-1AC0-285B-0B728DB2F8C6}"/>
          </ac:spMkLst>
        </pc:spChg>
        <pc:spChg chg="del">
          <ac:chgData name="Abu Zahed" userId="S::abu15-4716@diu.edu.bd::82e9d348-417f-4c27-9d19-08c35bdc102b" providerId="AD" clId="Web-{ABE092C4-3433-7268-59ED-14AB5AF69389}" dt="2026-02-28T04:05:46.007" v="10"/>
          <ac:spMkLst>
            <pc:docMk/>
            <pc:sldMk cId="485673912" sldId="259"/>
            <ac:spMk id="52" creationId="{6D1A2CED-DA9B-4CCF-8215-CFC65FE71603}"/>
          </ac:spMkLst>
        </pc:spChg>
        <pc:spChg chg="del">
          <ac:chgData name="Abu Zahed" userId="S::abu15-4716@diu.edu.bd::82e9d348-417f-4c27-9d19-08c35bdc102b" providerId="AD" clId="Web-{ABE092C4-3433-7268-59ED-14AB5AF69389}" dt="2026-02-28T04:05:46.007" v="10"/>
          <ac:spMkLst>
            <pc:docMk/>
            <pc:sldMk cId="485673912" sldId="259"/>
            <ac:spMk id="54" creationId="{562DFC44-A40C-4573-9230-B3EDB3EC8EEB}"/>
          </ac:spMkLst>
        </pc:spChg>
        <pc:spChg chg="del">
          <ac:chgData name="Abu Zahed" userId="S::abu15-4716@diu.edu.bd::82e9d348-417f-4c27-9d19-08c35bdc102b" providerId="AD" clId="Web-{ABE092C4-3433-7268-59ED-14AB5AF69389}" dt="2026-02-28T04:05:46.007" v="10"/>
          <ac:spMkLst>
            <pc:docMk/>
            <pc:sldMk cId="485673912" sldId="259"/>
            <ac:spMk id="56" creationId="{15589D35-CF9F-4DE9-A792-8571A09E9BC9}"/>
          </ac:spMkLst>
        </pc:spChg>
        <pc:spChg chg="add">
          <ac:chgData name="Abu Zahed" userId="S::abu15-4716@diu.edu.bd::82e9d348-417f-4c27-9d19-08c35bdc102b" providerId="AD" clId="Web-{ABE092C4-3433-7268-59ED-14AB5AF69389}" dt="2026-02-28T04:05:46.007" v="10"/>
          <ac:spMkLst>
            <pc:docMk/>
            <pc:sldMk cId="485673912" sldId="259"/>
            <ac:spMk id="58" creationId="{BACC6370-2D7E-4714-9D71-7542949D7D5D}"/>
          </ac:spMkLst>
        </pc:spChg>
        <pc:spChg chg="add">
          <ac:chgData name="Abu Zahed" userId="S::abu15-4716@diu.edu.bd::82e9d348-417f-4c27-9d19-08c35bdc102b" providerId="AD" clId="Web-{ABE092C4-3433-7268-59ED-14AB5AF69389}" dt="2026-02-28T04:05:46.007" v="10"/>
          <ac:spMkLst>
            <pc:docMk/>
            <pc:sldMk cId="485673912" sldId="259"/>
            <ac:spMk id="59" creationId="{F68B3F68-107C-434F-AA38-110D5EA91B85}"/>
          </ac:spMkLst>
        </pc:spChg>
        <pc:spChg chg="add">
          <ac:chgData name="Abu Zahed" userId="S::abu15-4716@diu.edu.bd::82e9d348-417f-4c27-9d19-08c35bdc102b" providerId="AD" clId="Web-{ABE092C4-3433-7268-59ED-14AB5AF69389}" dt="2026-02-28T04:05:46.007" v="10"/>
          <ac:spMkLst>
            <pc:docMk/>
            <pc:sldMk cId="485673912" sldId="259"/>
            <ac:spMk id="65" creationId="{AAD0DBB9-1A4B-4391-81D4-CB19F9AB918A}"/>
          </ac:spMkLst>
        </pc:spChg>
        <pc:spChg chg="add">
          <ac:chgData name="Abu Zahed" userId="S::abu15-4716@diu.edu.bd::82e9d348-417f-4c27-9d19-08c35bdc102b" providerId="AD" clId="Web-{ABE092C4-3433-7268-59ED-14AB5AF69389}" dt="2026-02-28T04:05:46.007" v="10"/>
          <ac:spMkLst>
            <pc:docMk/>
            <pc:sldMk cId="485673912" sldId="259"/>
            <ac:spMk id="67" creationId="{063BBA22-50EA-4C4D-BE05-F1CE4E63AA56}"/>
          </ac:spMkLst>
        </pc:spChg>
        <pc:graphicFrameChg chg="mod modGraphic">
          <ac:chgData name="Abu Zahed" userId="S::abu15-4716@diu.edu.bd::82e9d348-417f-4c27-9d19-08c35bdc102b" providerId="AD" clId="Web-{ABE092C4-3433-7268-59ED-14AB5AF69389}" dt="2026-02-28T04:07:47.871" v="37" actId="1076"/>
          <ac:graphicFrameMkLst>
            <pc:docMk/>
            <pc:sldMk cId="485673912" sldId="259"/>
            <ac:graphicFrameMk id="50" creationId="{769B4052-BCCE-B6B2-D5B9-19ACF9334436}"/>
          </ac:graphicFrameMkLst>
        </pc:graphicFrameChg>
        <pc:graphicFrameChg chg="add del mod modGraphic">
          <ac:chgData name="Abu Zahed" userId="S::abu15-4716@diu.edu.bd::82e9d348-417f-4c27-9d19-08c35bdc102b" providerId="AD" clId="Web-{ABE092C4-3433-7268-59ED-14AB5AF69389}" dt="2026-02-28T04:07:50.762" v="38" actId="1076"/>
          <ac:graphicFrameMkLst>
            <pc:docMk/>
            <pc:sldMk cId="485673912" sldId="259"/>
            <ac:graphicFrameMk id="479" creationId="{D74A6766-8610-D8B1-4930-F399E52F5160}"/>
          </ac:graphicFrameMkLst>
        </pc:graphicFrameChg>
        <pc:graphicFrameChg chg="add mod modGraphic">
          <ac:chgData name="Abu Zahed" userId="S::abu15-4716@diu.edu.bd::82e9d348-417f-4c27-9d19-08c35bdc102b" providerId="AD" clId="Web-{ABE092C4-3433-7268-59ED-14AB5AF69389}" dt="2026-02-28T04:07:41.012" v="34" actId="1076"/>
          <ac:graphicFrameMkLst>
            <pc:docMk/>
            <pc:sldMk cId="485673912" sldId="259"/>
            <ac:graphicFrameMk id="564" creationId="{7316EE6A-1B66-3B9B-B870-781DD82E939C}"/>
          </ac:graphicFrameMkLst>
        </pc:graphicFrameChg>
        <pc:graphicFrameChg chg="add mod modGraphic">
          <ac:chgData name="Abu Zahed" userId="S::abu15-4716@diu.edu.bd::82e9d348-417f-4c27-9d19-08c35bdc102b" providerId="AD" clId="Web-{ABE092C4-3433-7268-59ED-14AB5AF69389}" dt="2026-02-28T04:07:43.199" v="35" actId="1076"/>
          <ac:graphicFrameMkLst>
            <pc:docMk/>
            <pc:sldMk cId="485673912" sldId="259"/>
            <ac:graphicFrameMk id="571" creationId="{57D9567D-C0BC-3679-2F2E-3F2947732568}"/>
          </ac:graphicFrameMkLst>
        </pc:graphicFrameChg>
      </pc:sldChg>
      <pc:sldChg chg="addSp delSp modSp">
        <pc:chgData name="Abu Zahed" userId="S::abu15-4716@diu.edu.bd::82e9d348-417f-4c27-9d19-08c35bdc102b" providerId="AD" clId="Web-{ABE092C4-3433-7268-59ED-14AB5AF69389}" dt="2026-02-28T04:13:14.376" v="90"/>
        <pc:sldMkLst>
          <pc:docMk/>
          <pc:sldMk cId="2876895184" sldId="260"/>
        </pc:sldMkLst>
        <pc:spChg chg="mod">
          <ac:chgData name="Abu Zahed" userId="S::abu15-4716@diu.edu.bd::82e9d348-417f-4c27-9d19-08c35bdc102b" providerId="AD" clId="Web-{ABE092C4-3433-7268-59ED-14AB5AF69389}" dt="2026-02-28T04:13:14.376" v="90"/>
          <ac:spMkLst>
            <pc:docMk/>
            <pc:sldMk cId="2876895184" sldId="260"/>
            <ac:spMk id="2" creationId="{35C37EDA-F6D9-3294-271C-4E7CB85A2119}"/>
          </ac:spMkLst>
        </pc:spChg>
        <pc:spChg chg="del">
          <ac:chgData name="Abu Zahed" userId="S::abu15-4716@diu.edu.bd::82e9d348-417f-4c27-9d19-08c35bdc102b" providerId="AD" clId="Web-{ABE092C4-3433-7268-59ED-14AB5AF69389}" dt="2026-02-28T04:13:14.376" v="90"/>
          <ac:spMkLst>
            <pc:docMk/>
            <pc:sldMk cId="2876895184" sldId="260"/>
            <ac:spMk id="9" creationId="{AE2B703B-46F9-481A-A605-82E2A828C4FA}"/>
          </ac:spMkLst>
        </pc:spChg>
        <pc:spChg chg="del">
          <ac:chgData name="Abu Zahed" userId="S::abu15-4716@diu.edu.bd::82e9d348-417f-4c27-9d19-08c35bdc102b" providerId="AD" clId="Web-{ABE092C4-3433-7268-59ED-14AB5AF69389}" dt="2026-02-28T04:13:14.376" v="90"/>
          <ac:spMkLst>
            <pc:docMk/>
            <pc:sldMk cId="2876895184" sldId="260"/>
            <ac:spMk id="11" creationId="{F13BE4D7-0C3D-4906-B230-A1C5B4665CCF}"/>
          </ac:spMkLst>
        </pc:spChg>
        <pc:spChg chg="add mod">
          <ac:chgData name="Abu Zahed" userId="S::abu15-4716@diu.edu.bd::82e9d348-417f-4c27-9d19-08c35bdc102b" providerId="AD" clId="Web-{ABE092C4-3433-7268-59ED-14AB5AF69389}" dt="2026-02-28T04:13:14.376" v="90"/>
          <ac:spMkLst>
            <pc:docMk/>
            <pc:sldMk cId="2876895184" sldId="260"/>
            <ac:spMk id="46" creationId="{A9612F3F-F9BD-F4A0-E645-3D2ABD7E1C38}"/>
          </ac:spMkLst>
        </pc:spChg>
        <pc:spChg chg="add">
          <ac:chgData name="Abu Zahed" userId="S::abu15-4716@diu.edu.bd::82e9d348-417f-4c27-9d19-08c35bdc102b" providerId="AD" clId="Web-{ABE092C4-3433-7268-59ED-14AB5AF69389}" dt="2026-02-28T04:13:14.376" v="90"/>
          <ac:spMkLst>
            <pc:docMk/>
            <pc:sldMk cId="2876895184" sldId="260"/>
            <ac:spMk id="51" creationId="{081EA652-8C6A-4E69-BEB9-170809474553}"/>
          </ac:spMkLst>
        </pc:spChg>
        <pc:spChg chg="add">
          <ac:chgData name="Abu Zahed" userId="S::abu15-4716@diu.edu.bd::82e9d348-417f-4c27-9d19-08c35bdc102b" providerId="AD" clId="Web-{ABE092C4-3433-7268-59ED-14AB5AF69389}" dt="2026-02-28T04:13:14.376" v="90"/>
          <ac:spMkLst>
            <pc:docMk/>
            <pc:sldMk cId="2876895184" sldId="260"/>
            <ac:spMk id="53" creationId="{5298780A-33B9-4EA2-8F67-DE68AD62841B}"/>
          </ac:spMkLst>
        </pc:spChg>
        <pc:spChg chg="add">
          <ac:chgData name="Abu Zahed" userId="S::abu15-4716@diu.edu.bd::82e9d348-417f-4c27-9d19-08c35bdc102b" providerId="AD" clId="Web-{ABE092C4-3433-7268-59ED-14AB5AF69389}" dt="2026-02-28T04:13:14.376" v="90"/>
          <ac:spMkLst>
            <pc:docMk/>
            <pc:sldMk cId="2876895184" sldId="260"/>
            <ac:spMk id="55" creationId="{7F488E8B-4E1E-4402-8935-D4E6C02615C7}"/>
          </ac:spMkLst>
        </pc:spChg>
        <pc:graphicFrameChg chg="del modGraphic">
          <ac:chgData name="Abu Zahed" userId="S::abu15-4716@diu.edu.bd::82e9d348-417f-4c27-9d19-08c35bdc102b" providerId="AD" clId="Web-{ABE092C4-3433-7268-59ED-14AB5AF69389}" dt="2026-02-28T04:13:05.999" v="87"/>
          <ac:graphicFrameMkLst>
            <pc:docMk/>
            <pc:sldMk cId="2876895184" sldId="260"/>
            <ac:graphicFrameMk id="5" creationId="{279C6491-A769-1D41-546F-A69A6D2A1558}"/>
          </ac:graphicFrameMkLst>
        </pc:graphicFrameChg>
        <pc:cxnChg chg="add">
          <ac:chgData name="Abu Zahed" userId="S::abu15-4716@diu.edu.bd::82e9d348-417f-4c27-9d19-08c35bdc102b" providerId="AD" clId="Web-{ABE092C4-3433-7268-59ED-14AB5AF69389}" dt="2026-02-28T04:13:14.376" v="90"/>
          <ac:cxnSpMkLst>
            <pc:docMk/>
            <pc:sldMk cId="2876895184" sldId="260"/>
            <ac:cxnSpMk id="57" creationId="{23AAC9B5-8015-485C-ACF9-A750390E9A56}"/>
          </ac:cxnSpMkLst>
        </pc:cxnChg>
      </pc:sldChg>
      <pc:sldChg chg="addSp delSp modSp">
        <pc:chgData name="Abu Zahed" userId="S::abu15-4716@diu.edu.bd::82e9d348-417f-4c27-9d19-08c35bdc102b" providerId="AD" clId="Web-{ABE092C4-3433-7268-59ED-14AB5AF69389}" dt="2026-02-28T04:14:25.385" v="104" actId="20577"/>
        <pc:sldMkLst>
          <pc:docMk/>
          <pc:sldMk cId="4250714549" sldId="261"/>
        </pc:sldMkLst>
        <pc:spChg chg="mod">
          <ac:chgData name="Abu Zahed" userId="S::abu15-4716@diu.edu.bd::82e9d348-417f-4c27-9d19-08c35bdc102b" providerId="AD" clId="Web-{ABE092C4-3433-7268-59ED-14AB5AF69389}" dt="2026-02-28T04:13:57.757" v="98"/>
          <ac:spMkLst>
            <pc:docMk/>
            <pc:sldMk cId="4250714549" sldId="261"/>
            <ac:spMk id="2" creationId="{53BF2E8B-2D41-4280-9779-C33EB043F077}"/>
          </ac:spMkLst>
        </pc:spChg>
        <pc:spChg chg="add mod">
          <ac:chgData name="Abu Zahed" userId="S::abu15-4716@diu.edu.bd::82e9d348-417f-4c27-9d19-08c35bdc102b" providerId="AD" clId="Web-{ABE092C4-3433-7268-59ED-14AB5AF69389}" dt="2026-02-28T04:14:25.385" v="104" actId="20577"/>
          <ac:spMkLst>
            <pc:docMk/>
            <pc:sldMk cId="4250714549" sldId="261"/>
            <ac:spMk id="25" creationId="{B32E7213-7483-B24D-E057-599545E72DF4}"/>
          </ac:spMkLst>
        </pc:spChg>
        <pc:spChg chg="add del">
          <ac:chgData name="Abu Zahed" userId="S::abu15-4716@diu.edu.bd::82e9d348-417f-4c27-9d19-08c35bdc102b" providerId="AD" clId="Web-{ABE092C4-3433-7268-59ED-14AB5AF69389}" dt="2026-02-28T04:13:57.757" v="98"/>
          <ac:spMkLst>
            <pc:docMk/>
            <pc:sldMk cId="4250714549" sldId="261"/>
            <ac:spMk id="31" creationId="{81D377EB-C9D2-4ED0-86A6-740A297E3EAC}"/>
          </ac:spMkLst>
        </pc:spChg>
        <pc:spChg chg="add del">
          <ac:chgData name="Abu Zahed" userId="S::abu15-4716@diu.edu.bd::82e9d348-417f-4c27-9d19-08c35bdc102b" providerId="AD" clId="Web-{ABE092C4-3433-7268-59ED-14AB5AF69389}" dt="2026-02-28T04:13:57.757" v="98"/>
          <ac:spMkLst>
            <pc:docMk/>
            <pc:sldMk cId="4250714549" sldId="261"/>
            <ac:spMk id="32" creationId="{066346BE-FDB4-4772-A696-0719490ABD64}"/>
          </ac:spMkLst>
        </pc:spChg>
        <pc:spChg chg="add del">
          <ac:chgData name="Abu Zahed" userId="S::abu15-4716@diu.edu.bd::82e9d348-417f-4c27-9d19-08c35bdc102b" providerId="AD" clId="Web-{ABE092C4-3433-7268-59ED-14AB5AF69389}" dt="2026-02-28T04:13:57.757" v="98"/>
          <ac:spMkLst>
            <pc:docMk/>
            <pc:sldMk cId="4250714549" sldId="261"/>
            <ac:spMk id="33" creationId="{FB92FFCE-0C90-454E-AA25-D4EE9A6C39C5}"/>
          </ac:spMkLst>
        </pc:spChg>
        <pc:spChg chg="add del">
          <ac:chgData name="Abu Zahed" userId="S::abu15-4716@diu.edu.bd::82e9d348-417f-4c27-9d19-08c35bdc102b" providerId="AD" clId="Web-{ABE092C4-3433-7268-59ED-14AB5AF69389}" dt="2026-02-28T04:13:57.741" v="97"/>
          <ac:spMkLst>
            <pc:docMk/>
            <pc:sldMk cId="4250714549" sldId="261"/>
            <ac:spMk id="38" creationId="{CBB2B1F0-0DD6-4744-9A46-7A344FB48E40}"/>
          </ac:spMkLst>
        </pc:spChg>
        <pc:spChg chg="add del">
          <ac:chgData name="Abu Zahed" userId="S::abu15-4716@diu.edu.bd::82e9d348-417f-4c27-9d19-08c35bdc102b" providerId="AD" clId="Web-{ABE092C4-3433-7268-59ED-14AB5AF69389}" dt="2026-02-28T04:13:57.741" v="97"/>
          <ac:spMkLst>
            <pc:docMk/>
            <pc:sldMk cId="4250714549" sldId="261"/>
            <ac:spMk id="40" creationId="{52D502E5-F6B4-4D58-B4AE-FC466FF15EE8}"/>
          </ac:spMkLst>
        </pc:spChg>
        <pc:spChg chg="add del">
          <ac:chgData name="Abu Zahed" userId="S::abu15-4716@diu.edu.bd::82e9d348-417f-4c27-9d19-08c35bdc102b" providerId="AD" clId="Web-{ABE092C4-3433-7268-59ED-14AB5AF69389}" dt="2026-02-28T04:13:57.741" v="97"/>
          <ac:spMkLst>
            <pc:docMk/>
            <pc:sldMk cId="4250714549" sldId="261"/>
            <ac:spMk id="42" creationId="{9DECDBF4-02B6-4BB4-B65B-B8107AD6A9E8}"/>
          </ac:spMkLst>
        </pc:spChg>
        <pc:spChg chg="add">
          <ac:chgData name="Abu Zahed" userId="S::abu15-4716@diu.edu.bd::82e9d348-417f-4c27-9d19-08c35bdc102b" providerId="AD" clId="Web-{ABE092C4-3433-7268-59ED-14AB5AF69389}" dt="2026-02-28T04:13:57.757" v="98"/>
          <ac:spMkLst>
            <pc:docMk/>
            <pc:sldMk cId="4250714549" sldId="261"/>
            <ac:spMk id="44" creationId="{CBC4F608-B4B8-48C3-9572-C0F061B1CD99}"/>
          </ac:spMkLst>
        </pc:spChg>
        <pc:spChg chg="add">
          <ac:chgData name="Abu Zahed" userId="S::abu15-4716@diu.edu.bd::82e9d348-417f-4c27-9d19-08c35bdc102b" providerId="AD" clId="Web-{ABE092C4-3433-7268-59ED-14AB5AF69389}" dt="2026-02-28T04:13:57.757" v="98"/>
          <ac:spMkLst>
            <pc:docMk/>
            <pc:sldMk cId="4250714549" sldId="261"/>
            <ac:spMk id="45" creationId="{4DA718D0-4865-4629-8134-44F68D41D574}"/>
          </ac:spMkLst>
        </pc:spChg>
        <pc:grpChg chg="add">
          <ac:chgData name="Abu Zahed" userId="S::abu15-4716@diu.edu.bd::82e9d348-417f-4c27-9d19-08c35bdc102b" providerId="AD" clId="Web-{ABE092C4-3433-7268-59ED-14AB5AF69389}" dt="2026-02-28T04:13:57.757" v="98"/>
          <ac:grpSpMkLst>
            <pc:docMk/>
            <pc:sldMk cId="4250714549" sldId="261"/>
            <ac:grpSpMk id="46" creationId="{65167ED7-6315-43AB-B1B6-C326D5FD8F84}"/>
          </ac:grpSpMkLst>
        </pc:grpChg>
        <pc:graphicFrameChg chg="del">
          <ac:chgData name="Abu Zahed" userId="S::abu15-4716@diu.edu.bd::82e9d348-417f-4c27-9d19-08c35bdc102b" providerId="AD" clId="Web-{ABE092C4-3433-7268-59ED-14AB5AF69389}" dt="2026-02-28T04:13:33.191" v="94"/>
          <ac:graphicFrameMkLst>
            <pc:docMk/>
            <pc:sldMk cId="4250714549" sldId="261"/>
            <ac:graphicFrameMk id="5" creationId="{F886848F-89DB-D3CB-A4CE-EBCD164F6E2B}"/>
          </ac:graphicFrameMkLst>
        </pc:graphicFrameChg>
      </pc:sldChg>
      <pc:sldChg chg="addSp delSp modSp">
        <pc:chgData name="Abu Zahed" userId="S::abu15-4716@diu.edu.bd::82e9d348-417f-4c27-9d19-08c35bdc102b" providerId="AD" clId="Web-{ABE092C4-3433-7268-59ED-14AB5AF69389}" dt="2026-02-28T04:15:28.436" v="116" actId="20577"/>
        <pc:sldMkLst>
          <pc:docMk/>
          <pc:sldMk cId="75368286" sldId="262"/>
        </pc:sldMkLst>
        <pc:spChg chg="mod">
          <ac:chgData name="Abu Zahed" userId="S::abu15-4716@diu.edu.bd::82e9d348-417f-4c27-9d19-08c35bdc102b" providerId="AD" clId="Web-{ABE092C4-3433-7268-59ED-14AB5AF69389}" dt="2026-02-28T04:15:10.107" v="114"/>
          <ac:spMkLst>
            <pc:docMk/>
            <pc:sldMk cId="75368286" sldId="262"/>
            <ac:spMk id="2" creationId="{F9373DA2-8268-18A3-FDA1-B769C9CAD0E6}"/>
          </ac:spMkLst>
        </pc:spChg>
        <pc:spChg chg="mod">
          <ac:chgData name="Abu Zahed" userId="S::abu15-4716@diu.edu.bd::82e9d348-417f-4c27-9d19-08c35bdc102b" providerId="AD" clId="Web-{ABE092C4-3433-7268-59ED-14AB5AF69389}" dt="2026-02-28T04:15:28.436" v="116" actId="20577"/>
          <ac:spMkLst>
            <pc:docMk/>
            <pc:sldMk cId="75368286" sldId="262"/>
            <ac:spMk id="3" creationId="{C2BD9A39-E9A5-5C01-379B-4C1A799207E4}"/>
          </ac:spMkLst>
        </pc:spChg>
        <pc:spChg chg="add del">
          <ac:chgData name="Abu Zahed" userId="S::abu15-4716@diu.edu.bd::82e9d348-417f-4c27-9d19-08c35bdc102b" providerId="AD" clId="Web-{ABE092C4-3433-7268-59ED-14AB5AF69389}" dt="2026-02-28T04:15:10.107" v="114"/>
          <ac:spMkLst>
            <pc:docMk/>
            <pc:sldMk cId="75368286" sldId="262"/>
            <ac:spMk id="30" creationId="{5D13CC36-B950-4F02-9BAF-9A7EB267398C}"/>
          </ac:spMkLst>
        </pc:spChg>
        <pc:spChg chg="add del">
          <ac:chgData name="Abu Zahed" userId="S::abu15-4716@diu.edu.bd::82e9d348-417f-4c27-9d19-08c35bdc102b" providerId="AD" clId="Web-{ABE092C4-3433-7268-59ED-14AB5AF69389}" dt="2026-02-28T04:15:10.107" v="114"/>
          <ac:spMkLst>
            <pc:docMk/>
            <pc:sldMk cId="75368286" sldId="262"/>
            <ac:spMk id="32" creationId="{4F2E2428-58BA-458D-AA54-05502E63F32F}"/>
          </ac:spMkLst>
        </pc:spChg>
        <pc:spChg chg="add del">
          <ac:chgData name="Abu Zahed" userId="S::abu15-4716@diu.edu.bd::82e9d348-417f-4c27-9d19-08c35bdc102b" providerId="AD" clId="Web-{ABE092C4-3433-7268-59ED-14AB5AF69389}" dt="2026-02-28T04:15:10.091" v="113"/>
          <ac:spMkLst>
            <pc:docMk/>
            <pc:sldMk cId="75368286" sldId="262"/>
            <ac:spMk id="37" creationId="{8B9AA7C6-5E5A-498E-A6DF-A943376E09BC}"/>
          </ac:spMkLst>
        </pc:spChg>
        <pc:spChg chg="add del">
          <ac:chgData name="Abu Zahed" userId="S::abu15-4716@diu.edu.bd::82e9d348-417f-4c27-9d19-08c35bdc102b" providerId="AD" clId="Web-{ABE092C4-3433-7268-59ED-14AB5AF69389}" dt="2026-02-28T04:15:10.091" v="113"/>
          <ac:spMkLst>
            <pc:docMk/>
            <pc:sldMk cId="75368286" sldId="262"/>
            <ac:spMk id="43" creationId="{81E140AE-0ABF-47C8-BF32-7D2F0CF2BA44}"/>
          </ac:spMkLst>
        </pc:spChg>
        <pc:spChg chg="add del">
          <ac:chgData name="Abu Zahed" userId="S::abu15-4716@diu.edu.bd::82e9d348-417f-4c27-9d19-08c35bdc102b" providerId="AD" clId="Web-{ABE092C4-3433-7268-59ED-14AB5AF69389}" dt="2026-02-28T04:15:10.091" v="113"/>
          <ac:spMkLst>
            <pc:docMk/>
            <pc:sldMk cId="75368286" sldId="262"/>
            <ac:spMk id="45" creationId="{CBC4F608-B4B8-48C3-9572-C0F061B1CD99}"/>
          </ac:spMkLst>
        </pc:spChg>
        <pc:spChg chg="add">
          <ac:chgData name="Abu Zahed" userId="S::abu15-4716@diu.edu.bd::82e9d348-417f-4c27-9d19-08c35bdc102b" providerId="AD" clId="Web-{ABE092C4-3433-7268-59ED-14AB5AF69389}" dt="2026-02-28T04:15:10.107" v="114"/>
          <ac:spMkLst>
            <pc:docMk/>
            <pc:sldMk cId="75368286" sldId="262"/>
            <ac:spMk id="47" creationId="{3AD318CC-E2A8-4E27-9548-A047A78999B1}"/>
          </ac:spMkLst>
        </pc:spChg>
        <pc:spChg chg="add">
          <ac:chgData name="Abu Zahed" userId="S::abu15-4716@diu.edu.bd::82e9d348-417f-4c27-9d19-08c35bdc102b" providerId="AD" clId="Web-{ABE092C4-3433-7268-59ED-14AB5AF69389}" dt="2026-02-28T04:15:10.107" v="114"/>
          <ac:spMkLst>
            <pc:docMk/>
            <pc:sldMk cId="75368286" sldId="262"/>
            <ac:spMk id="49" creationId="{2C1BBA94-3F40-40AA-8BB9-E69E25E537C1}"/>
          </ac:spMkLst>
        </pc:spChg>
        <pc:grpChg chg="add del">
          <ac:chgData name="Abu Zahed" userId="S::abu15-4716@diu.edu.bd::82e9d348-417f-4c27-9d19-08c35bdc102b" providerId="AD" clId="Web-{ABE092C4-3433-7268-59ED-14AB5AF69389}" dt="2026-02-28T04:15:10.091" v="113"/>
          <ac:grpSpMkLst>
            <pc:docMk/>
            <pc:sldMk cId="75368286" sldId="262"/>
            <ac:grpSpMk id="39" creationId="{83EAB11A-76F7-48F4-9B4F-5BFDF4BF9670}"/>
          </ac:grpSpMkLst>
        </pc:grpChg>
        <pc:grpChg chg="add">
          <ac:chgData name="Abu Zahed" userId="S::abu15-4716@diu.edu.bd::82e9d348-417f-4c27-9d19-08c35bdc102b" providerId="AD" clId="Web-{ABE092C4-3433-7268-59ED-14AB5AF69389}" dt="2026-02-28T04:15:10.107" v="114"/>
          <ac:grpSpMkLst>
            <pc:docMk/>
            <pc:sldMk cId="75368286" sldId="262"/>
            <ac:grpSpMk id="48" creationId="{B14B560F-9DD7-4302-A60B-EBD3EF59B073}"/>
          </ac:grpSpMkLst>
        </pc:grpChg>
        <pc:picChg chg="del">
          <ac:chgData name="Abu Zahed" userId="S::abu15-4716@diu.edu.bd::82e9d348-417f-4c27-9d19-08c35bdc102b" providerId="AD" clId="Web-{ABE092C4-3433-7268-59ED-14AB5AF69389}" dt="2026-02-28T04:14:43.667" v="107"/>
          <ac:picMkLst>
            <pc:docMk/>
            <pc:sldMk cId="75368286" sldId="262"/>
            <ac:picMk id="7" creationId="{7D9236F9-5728-4D18-8ECE-D144506A35C1}"/>
          </ac:picMkLst>
        </pc:picChg>
      </pc:sldChg>
      <pc:sldChg chg="del">
        <pc:chgData name="Abu Zahed" userId="S::abu15-4716@diu.edu.bd::82e9d348-417f-4c27-9d19-08c35bdc102b" providerId="AD" clId="Web-{ABE092C4-3433-7268-59ED-14AB5AF69389}" dt="2026-02-28T04:15:31.343" v="117"/>
        <pc:sldMkLst>
          <pc:docMk/>
          <pc:sldMk cId="1292580554" sldId="263"/>
        </pc:sldMkLst>
      </pc:sldChg>
      <pc:sldChg chg="del">
        <pc:chgData name="Abu Zahed" userId="S::abu15-4716@diu.edu.bd::82e9d348-417f-4c27-9d19-08c35bdc102b" providerId="AD" clId="Web-{ABE092C4-3433-7268-59ED-14AB5AF69389}" dt="2026-02-28T04:15:32.233" v="118"/>
        <pc:sldMkLst>
          <pc:docMk/>
          <pc:sldMk cId="3427642135" sldId="264"/>
        </pc:sldMkLst>
      </pc:sldChg>
      <pc:sldChg chg="del">
        <pc:chgData name="Abu Zahed" userId="S::abu15-4716@diu.edu.bd::82e9d348-417f-4c27-9d19-08c35bdc102b" providerId="AD" clId="Web-{ABE092C4-3433-7268-59ED-14AB5AF69389}" dt="2026-02-28T04:15:37.843" v="124"/>
        <pc:sldMkLst>
          <pc:docMk/>
          <pc:sldMk cId="1152999788" sldId="265"/>
        </pc:sldMkLst>
      </pc:sldChg>
      <pc:sldChg chg="del">
        <pc:chgData name="Abu Zahed" userId="S::abu15-4716@diu.edu.bd::82e9d348-417f-4c27-9d19-08c35bdc102b" providerId="AD" clId="Web-{ABE092C4-3433-7268-59ED-14AB5AF69389}" dt="2026-02-28T04:15:33.327" v="119"/>
        <pc:sldMkLst>
          <pc:docMk/>
          <pc:sldMk cId="2896855507" sldId="266"/>
        </pc:sldMkLst>
      </pc:sldChg>
      <pc:sldChg chg="del">
        <pc:chgData name="Abu Zahed" userId="S::abu15-4716@diu.edu.bd::82e9d348-417f-4c27-9d19-08c35bdc102b" providerId="AD" clId="Web-{ABE092C4-3433-7268-59ED-14AB5AF69389}" dt="2026-02-28T04:15:34.155" v="120"/>
        <pc:sldMkLst>
          <pc:docMk/>
          <pc:sldMk cId="4246628109" sldId="267"/>
        </pc:sldMkLst>
      </pc:sldChg>
      <pc:sldChg chg="addSp delSp modSp">
        <pc:chgData name="Abu Zahed" userId="S::abu15-4716@diu.edu.bd::82e9d348-417f-4c27-9d19-08c35bdc102b" providerId="AD" clId="Web-{ABE092C4-3433-7268-59ED-14AB5AF69389}" dt="2026-02-28T04:16:14.751" v="131"/>
        <pc:sldMkLst>
          <pc:docMk/>
          <pc:sldMk cId="2801723487" sldId="268"/>
        </pc:sldMkLst>
        <pc:spChg chg="mod">
          <ac:chgData name="Abu Zahed" userId="S::abu15-4716@diu.edu.bd::82e9d348-417f-4c27-9d19-08c35bdc102b" providerId="AD" clId="Web-{ABE092C4-3433-7268-59ED-14AB5AF69389}" dt="2026-02-28T04:16:14.751" v="131"/>
          <ac:spMkLst>
            <pc:docMk/>
            <pc:sldMk cId="2801723487" sldId="268"/>
            <ac:spMk id="2" creationId="{03F91FF2-C6BB-D25F-4DFF-BFAC17055B33}"/>
          </ac:spMkLst>
        </pc:spChg>
        <pc:spChg chg="del">
          <ac:chgData name="Abu Zahed" userId="S::abu15-4716@diu.edu.bd::82e9d348-417f-4c27-9d19-08c35bdc102b" providerId="AD" clId="Web-{ABE092C4-3433-7268-59ED-14AB5AF69389}" dt="2026-02-28T04:16:14.751" v="131"/>
          <ac:spMkLst>
            <pc:docMk/>
            <pc:sldMk cId="2801723487" sldId="268"/>
            <ac:spMk id="29" creationId="{907EF6B7-1338-4443-8C46-6A318D952DFD}"/>
          </ac:spMkLst>
        </pc:spChg>
        <pc:spChg chg="del">
          <ac:chgData name="Abu Zahed" userId="S::abu15-4716@diu.edu.bd::82e9d348-417f-4c27-9d19-08c35bdc102b" providerId="AD" clId="Web-{ABE092C4-3433-7268-59ED-14AB5AF69389}" dt="2026-02-28T04:16:14.751" v="131"/>
          <ac:spMkLst>
            <pc:docMk/>
            <pc:sldMk cId="2801723487" sldId="268"/>
            <ac:spMk id="31" creationId="{DAAE4CDD-124C-4DCF-9584-B6033B545DD5}"/>
          </ac:spMkLst>
        </pc:spChg>
        <pc:spChg chg="del">
          <ac:chgData name="Abu Zahed" userId="S::abu15-4716@diu.edu.bd::82e9d348-417f-4c27-9d19-08c35bdc102b" providerId="AD" clId="Web-{ABE092C4-3433-7268-59ED-14AB5AF69389}" dt="2026-02-28T04:16:14.751" v="131"/>
          <ac:spMkLst>
            <pc:docMk/>
            <pc:sldMk cId="2801723487" sldId="268"/>
            <ac:spMk id="33" creationId="{081E4A58-353D-44AE-B2FC-2A74E2E400F7}"/>
          </ac:spMkLst>
        </pc:spChg>
        <pc:spChg chg="add">
          <ac:chgData name="Abu Zahed" userId="S::abu15-4716@diu.edu.bd::82e9d348-417f-4c27-9d19-08c35bdc102b" providerId="AD" clId="Web-{ABE092C4-3433-7268-59ED-14AB5AF69389}" dt="2026-02-28T04:16:14.751" v="131"/>
          <ac:spMkLst>
            <pc:docMk/>
            <pc:sldMk cId="2801723487" sldId="268"/>
            <ac:spMk id="43" creationId="{B50AB553-2A96-4A92-96F2-93548E096954}"/>
          </ac:spMkLst>
        </pc:spChg>
        <pc:graphicFrameChg chg="mod modGraphic">
          <ac:chgData name="Abu Zahed" userId="S::abu15-4716@diu.edu.bd::82e9d348-417f-4c27-9d19-08c35bdc102b" providerId="AD" clId="Web-{ABE092C4-3433-7268-59ED-14AB5AF69389}" dt="2026-02-28T04:16:14.751" v="131"/>
          <ac:graphicFrameMkLst>
            <pc:docMk/>
            <pc:sldMk cId="2801723487" sldId="268"/>
            <ac:graphicFrameMk id="38" creationId="{CBAE840F-F061-061F-2B7D-C78DC16AF006}"/>
          </ac:graphicFrameMkLst>
        </pc:graphicFrameChg>
      </pc:sldChg>
      <pc:sldChg chg="del">
        <pc:chgData name="Abu Zahed" userId="S::abu15-4716@diu.edu.bd::82e9d348-417f-4c27-9d19-08c35bdc102b" providerId="AD" clId="Web-{ABE092C4-3433-7268-59ED-14AB5AF69389}" dt="2026-02-28T04:15:34.796" v="121"/>
        <pc:sldMkLst>
          <pc:docMk/>
          <pc:sldMk cId="2315607726" sldId="270"/>
        </pc:sldMkLst>
      </pc:sldChg>
      <pc:sldChg chg="del">
        <pc:chgData name="Abu Zahed" userId="S::abu15-4716@diu.edu.bd::82e9d348-417f-4c27-9d19-08c35bdc102b" providerId="AD" clId="Web-{ABE092C4-3433-7268-59ED-14AB5AF69389}" dt="2026-02-28T04:15:35.327" v="122"/>
        <pc:sldMkLst>
          <pc:docMk/>
          <pc:sldMk cId="71029888" sldId="271"/>
        </pc:sldMkLst>
      </pc:sldChg>
      <pc:sldChg chg="del">
        <pc:chgData name="Abu Zahed" userId="S::abu15-4716@diu.edu.bd::82e9d348-417f-4c27-9d19-08c35bdc102b" providerId="AD" clId="Web-{ABE092C4-3433-7268-59ED-14AB5AF69389}" dt="2026-02-28T04:15:36.640" v="123"/>
        <pc:sldMkLst>
          <pc:docMk/>
          <pc:sldMk cId="2405004166" sldId="272"/>
        </pc:sldMkLst>
      </pc:sldChg>
      <pc:sldChg chg="addSp delSp modSp">
        <pc:chgData name="Abu Zahed" userId="S::abu15-4716@diu.edu.bd::82e9d348-417f-4c27-9d19-08c35bdc102b" providerId="AD" clId="Web-{ABE092C4-3433-7268-59ED-14AB5AF69389}" dt="2026-02-28T04:10:30.602" v="63"/>
        <pc:sldMkLst>
          <pc:docMk/>
          <pc:sldMk cId="3858339014" sldId="275"/>
        </pc:sldMkLst>
        <pc:spChg chg="mod">
          <ac:chgData name="Abu Zahed" userId="S::abu15-4716@diu.edu.bd::82e9d348-417f-4c27-9d19-08c35bdc102b" providerId="AD" clId="Web-{ABE092C4-3433-7268-59ED-14AB5AF69389}" dt="2026-02-28T04:10:30.602" v="63"/>
          <ac:spMkLst>
            <pc:docMk/>
            <pc:sldMk cId="3858339014" sldId="275"/>
            <ac:spMk id="2" creationId="{FBC693DC-26D5-6EDE-841A-338A167C676D}"/>
          </ac:spMkLst>
        </pc:spChg>
        <pc:spChg chg="del">
          <ac:chgData name="Abu Zahed" userId="S::abu15-4716@diu.edu.bd::82e9d348-417f-4c27-9d19-08c35bdc102b" providerId="AD" clId="Web-{ABE092C4-3433-7268-59ED-14AB5AF69389}" dt="2026-02-28T04:10:30.602" v="63"/>
          <ac:spMkLst>
            <pc:docMk/>
            <pc:sldMk cId="3858339014" sldId="275"/>
            <ac:spMk id="8" creationId="{B3C2C1FD-78DD-3032-A705-973BDE045657}"/>
          </ac:spMkLst>
        </pc:spChg>
        <pc:spChg chg="del">
          <ac:chgData name="Abu Zahed" userId="S::abu15-4716@diu.edu.bd::82e9d348-417f-4c27-9d19-08c35bdc102b" providerId="AD" clId="Web-{ABE092C4-3433-7268-59ED-14AB5AF69389}" dt="2026-02-28T04:10:30.602" v="63"/>
          <ac:spMkLst>
            <pc:docMk/>
            <pc:sldMk cId="3858339014" sldId="275"/>
            <ac:spMk id="10" creationId="{D2B54F2B-F7EE-BF1A-0C54-B7AD7E834960}"/>
          </ac:spMkLst>
        </pc:spChg>
        <pc:spChg chg="add del mod">
          <ac:chgData name="Abu Zahed" userId="S::abu15-4716@diu.edu.bd::82e9d348-417f-4c27-9d19-08c35bdc102b" providerId="AD" clId="Web-{ABE092C4-3433-7268-59ED-14AB5AF69389}" dt="2026-02-28T04:10:30.602" v="63"/>
          <ac:spMkLst>
            <pc:docMk/>
            <pc:sldMk cId="3858339014" sldId="275"/>
            <ac:spMk id="33" creationId="{94844B7E-D2C0-953D-E4FF-A84166CBFB8C}"/>
          </ac:spMkLst>
        </pc:spChg>
        <pc:spChg chg="add del mod">
          <ac:chgData name="Abu Zahed" userId="S::abu15-4716@diu.edu.bd::82e9d348-417f-4c27-9d19-08c35bdc102b" providerId="AD" clId="Web-{ABE092C4-3433-7268-59ED-14AB5AF69389}" dt="2026-02-28T04:10:06.678" v="61"/>
          <ac:spMkLst>
            <pc:docMk/>
            <pc:sldMk cId="3858339014" sldId="275"/>
            <ac:spMk id="34" creationId="{401D4C36-7E9D-2D17-C0C7-E16A72351C92}"/>
          </ac:spMkLst>
        </pc:spChg>
        <pc:spChg chg="add del mod">
          <ac:chgData name="Abu Zahed" userId="S::abu15-4716@diu.edu.bd::82e9d348-417f-4c27-9d19-08c35bdc102b" providerId="AD" clId="Web-{ABE092C4-3433-7268-59ED-14AB5AF69389}" dt="2026-02-28T04:10:08.944" v="62"/>
          <ac:spMkLst>
            <pc:docMk/>
            <pc:sldMk cId="3858339014" sldId="275"/>
            <ac:spMk id="35" creationId="{BB027FC4-DBA3-3BC6-4D49-6FDDDCABF62E}"/>
          </ac:spMkLst>
        </pc:spChg>
        <pc:spChg chg="add">
          <ac:chgData name="Abu Zahed" userId="S::abu15-4716@diu.edu.bd::82e9d348-417f-4c27-9d19-08c35bdc102b" providerId="AD" clId="Web-{ABE092C4-3433-7268-59ED-14AB5AF69389}" dt="2026-02-28T04:10:30.602" v="63"/>
          <ac:spMkLst>
            <pc:docMk/>
            <pc:sldMk cId="3858339014" sldId="275"/>
            <ac:spMk id="39" creationId="{53B021B3-DE93-4AB7-8A18-CF5F1CED88B8}"/>
          </ac:spMkLst>
        </pc:spChg>
        <pc:spChg chg="add">
          <ac:chgData name="Abu Zahed" userId="S::abu15-4716@diu.edu.bd::82e9d348-417f-4c27-9d19-08c35bdc102b" providerId="AD" clId="Web-{ABE092C4-3433-7268-59ED-14AB5AF69389}" dt="2026-02-28T04:10:30.602" v="63"/>
          <ac:spMkLst>
            <pc:docMk/>
            <pc:sldMk cId="3858339014" sldId="275"/>
            <ac:spMk id="41" creationId="{52D502E5-F6B4-4D58-B4AE-FC466FF15EE8}"/>
          </ac:spMkLst>
        </pc:spChg>
        <pc:spChg chg="add">
          <ac:chgData name="Abu Zahed" userId="S::abu15-4716@diu.edu.bd::82e9d348-417f-4c27-9d19-08c35bdc102b" providerId="AD" clId="Web-{ABE092C4-3433-7268-59ED-14AB5AF69389}" dt="2026-02-28T04:10:30.602" v="63"/>
          <ac:spMkLst>
            <pc:docMk/>
            <pc:sldMk cId="3858339014" sldId="275"/>
            <ac:spMk id="43" creationId="{9DECDBF4-02B6-4BB4-B65B-B8107AD6A9E8}"/>
          </ac:spMkLst>
        </pc:spChg>
        <pc:graphicFrameChg chg="del">
          <ac:chgData name="Abu Zahed" userId="S::abu15-4716@diu.edu.bd::82e9d348-417f-4c27-9d19-08c35bdc102b" providerId="AD" clId="Web-{ABE092C4-3433-7268-59ED-14AB5AF69389}" dt="2026-02-28T04:07:56.559" v="39"/>
          <ac:graphicFrameMkLst>
            <pc:docMk/>
            <pc:sldMk cId="3858339014" sldId="275"/>
            <ac:graphicFrameMk id="12" creationId="{02A723D0-30AF-34A1-9EEC-EEA9018D1350}"/>
          </ac:graphicFrameMkLst>
        </pc:graphicFrameChg>
        <pc:graphicFrameChg chg="add">
          <ac:chgData name="Abu Zahed" userId="S::abu15-4716@diu.edu.bd::82e9d348-417f-4c27-9d19-08c35bdc102b" providerId="AD" clId="Web-{ABE092C4-3433-7268-59ED-14AB5AF69389}" dt="2026-02-28T04:10:30.602" v="63"/>
          <ac:graphicFrameMkLst>
            <pc:docMk/>
            <pc:sldMk cId="3858339014" sldId="275"/>
            <ac:graphicFrameMk id="36" creationId="{01102093-BE64-6596-3540-41E7DB0983A6}"/>
          </ac:graphicFrameMkLst>
        </pc:graphicFrameChg>
      </pc:sldChg>
      <pc:sldChg chg="addSp delSp modSp add replId">
        <pc:chgData name="Abu Zahed" userId="S::abu15-4716@diu.edu.bd::82e9d348-417f-4c27-9d19-08c35bdc102b" providerId="AD" clId="Web-{ABE092C4-3433-7268-59ED-14AB5AF69389}" dt="2026-02-28T04:11:06.072" v="69"/>
        <pc:sldMkLst>
          <pc:docMk/>
          <pc:sldMk cId="301778305" sldId="276"/>
        </pc:sldMkLst>
        <pc:spChg chg="mod">
          <ac:chgData name="Abu Zahed" userId="S::abu15-4716@diu.edu.bd::82e9d348-417f-4c27-9d19-08c35bdc102b" providerId="AD" clId="Web-{ABE092C4-3433-7268-59ED-14AB5AF69389}" dt="2026-02-28T04:11:06.072" v="69"/>
          <ac:spMkLst>
            <pc:docMk/>
            <pc:sldMk cId="301778305" sldId="276"/>
            <ac:spMk id="2" creationId="{7C1962A4-A4BD-CE6A-3CE7-B4F693761EFC}"/>
          </ac:spMkLst>
        </pc:spChg>
        <pc:spChg chg="del">
          <ac:chgData name="Abu Zahed" userId="S::abu15-4716@diu.edu.bd::82e9d348-417f-4c27-9d19-08c35bdc102b" providerId="AD" clId="Web-{ABE092C4-3433-7268-59ED-14AB5AF69389}" dt="2026-02-28T04:11:06.072" v="69"/>
          <ac:spMkLst>
            <pc:docMk/>
            <pc:sldMk cId="301778305" sldId="276"/>
            <ac:spMk id="39" creationId="{484C9ED0-F614-E978-3B48-B6F776D46167}"/>
          </ac:spMkLst>
        </pc:spChg>
        <pc:spChg chg="del">
          <ac:chgData name="Abu Zahed" userId="S::abu15-4716@diu.edu.bd::82e9d348-417f-4c27-9d19-08c35bdc102b" providerId="AD" clId="Web-{ABE092C4-3433-7268-59ED-14AB5AF69389}" dt="2026-02-28T04:11:06.072" v="69"/>
          <ac:spMkLst>
            <pc:docMk/>
            <pc:sldMk cId="301778305" sldId="276"/>
            <ac:spMk id="41" creationId="{59709CE4-9AE6-63F5-B4D3-4C02643206AB}"/>
          </ac:spMkLst>
        </pc:spChg>
        <pc:spChg chg="del">
          <ac:chgData name="Abu Zahed" userId="S::abu15-4716@diu.edu.bd::82e9d348-417f-4c27-9d19-08c35bdc102b" providerId="AD" clId="Web-{ABE092C4-3433-7268-59ED-14AB5AF69389}" dt="2026-02-28T04:11:06.072" v="69"/>
          <ac:spMkLst>
            <pc:docMk/>
            <pc:sldMk cId="301778305" sldId="276"/>
            <ac:spMk id="43" creationId="{AB8B790E-307D-970C-169D-267AAD73940E}"/>
          </ac:spMkLst>
        </pc:spChg>
        <pc:spChg chg="add">
          <ac:chgData name="Abu Zahed" userId="S::abu15-4716@diu.edu.bd::82e9d348-417f-4c27-9d19-08c35bdc102b" providerId="AD" clId="Web-{ABE092C4-3433-7268-59ED-14AB5AF69389}" dt="2026-02-28T04:11:06.072" v="69"/>
          <ac:spMkLst>
            <pc:docMk/>
            <pc:sldMk cId="301778305" sldId="276"/>
            <ac:spMk id="48" creationId="{6C4028FD-8BAA-4A19-BFDE-594D991B7552}"/>
          </ac:spMkLst>
        </pc:spChg>
        <pc:graphicFrameChg chg="mod modGraphic">
          <ac:chgData name="Abu Zahed" userId="S::abu15-4716@diu.edu.bd::82e9d348-417f-4c27-9d19-08c35bdc102b" providerId="AD" clId="Web-{ABE092C4-3433-7268-59ED-14AB5AF69389}" dt="2026-02-28T04:11:06.072" v="69"/>
          <ac:graphicFrameMkLst>
            <pc:docMk/>
            <pc:sldMk cId="301778305" sldId="276"/>
            <ac:graphicFrameMk id="36" creationId="{AF662494-637E-68B7-5FB8-C23380B5BE58}"/>
          </ac:graphicFrameMkLst>
        </pc:graphicFrameChg>
      </pc:sldChg>
      <pc:sldChg chg="addSp delSp modSp add replId">
        <pc:chgData name="Abu Zahed" userId="S::abu15-4716@diu.edu.bd::82e9d348-417f-4c27-9d19-08c35bdc102b" providerId="AD" clId="Web-{ABE092C4-3433-7268-59ED-14AB5AF69389}" dt="2026-02-28T04:12:13.559" v="81"/>
        <pc:sldMkLst>
          <pc:docMk/>
          <pc:sldMk cId="3995002363" sldId="277"/>
        </pc:sldMkLst>
        <pc:spChg chg="mod">
          <ac:chgData name="Abu Zahed" userId="S::abu15-4716@diu.edu.bd::82e9d348-417f-4c27-9d19-08c35bdc102b" providerId="AD" clId="Web-{ABE092C4-3433-7268-59ED-14AB5AF69389}" dt="2026-02-28T04:12:13.559" v="81"/>
          <ac:spMkLst>
            <pc:docMk/>
            <pc:sldMk cId="3995002363" sldId="277"/>
            <ac:spMk id="2" creationId="{20101951-AD95-079A-58B4-BC997D4EE42C}"/>
          </ac:spMkLst>
        </pc:spChg>
        <pc:spChg chg="add del">
          <ac:chgData name="Abu Zahed" userId="S::abu15-4716@diu.edu.bd::82e9d348-417f-4c27-9d19-08c35bdc102b" providerId="AD" clId="Web-{ABE092C4-3433-7268-59ED-14AB5AF69389}" dt="2026-02-28T04:12:13.559" v="81"/>
          <ac:spMkLst>
            <pc:docMk/>
            <pc:sldMk cId="3995002363" sldId="277"/>
            <ac:spMk id="39" creationId="{A61EE90B-969D-0E9C-2F34-E50D1289D00B}"/>
          </ac:spMkLst>
        </pc:spChg>
        <pc:spChg chg="add del">
          <ac:chgData name="Abu Zahed" userId="S::abu15-4716@diu.edu.bd::82e9d348-417f-4c27-9d19-08c35bdc102b" providerId="AD" clId="Web-{ABE092C4-3433-7268-59ED-14AB5AF69389}" dt="2026-02-28T04:12:13.559" v="81"/>
          <ac:spMkLst>
            <pc:docMk/>
            <pc:sldMk cId="3995002363" sldId="277"/>
            <ac:spMk id="41" creationId="{3B0C6047-CEA3-01D3-8A9A-E6D6FFB35E0B}"/>
          </ac:spMkLst>
        </pc:spChg>
        <pc:spChg chg="add del">
          <ac:chgData name="Abu Zahed" userId="S::abu15-4716@diu.edu.bd::82e9d348-417f-4c27-9d19-08c35bdc102b" providerId="AD" clId="Web-{ABE092C4-3433-7268-59ED-14AB5AF69389}" dt="2026-02-28T04:12:13.559" v="81"/>
          <ac:spMkLst>
            <pc:docMk/>
            <pc:sldMk cId="3995002363" sldId="277"/>
            <ac:spMk id="43" creationId="{0553A470-DD58-EA4D-F0E6-623A7B7224B8}"/>
          </ac:spMkLst>
        </pc:spChg>
        <pc:spChg chg="add del">
          <ac:chgData name="Abu Zahed" userId="S::abu15-4716@diu.edu.bd::82e9d348-417f-4c27-9d19-08c35bdc102b" providerId="AD" clId="Web-{ABE092C4-3433-7268-59ED-14AB5AF69389}" dt="2026-02-28T04:11:37.339" v="74"/>
          <ac:spMkLst>
            <pc:docMk/>
            <pc:sldMk cId="3995002363" sldId="277"/>
            <ac:spMk id="48" creationId="{955A2079-FA98-4876-80F0-72364A7D2EA4}"/>
          </ac:spMkLst>
        </pc:spChg>
        <pc:spChg chg="add del">
          <ac:chgData name="Abu Zahed" userId="S::abu15-4716@diu.edu.bd::82e9d348-417f-4c27-9d19-08c35bdc102b" providerId="AD" clId="Web-{ABE092C4-3433-7268-59ED-14AB5AF69389}" dt="2026-02-28T04:11:39.839" v="76"/>
          <ac:spMkLst>
            <pc:docMk/>
            <pc:sldMk cId="3995002363" sldId="277"/>
            <ac:spMk id="50" creationId="{066346BE-FDB4-4772-A696-0719490ABD64}"/>
          </ac:spMkLst>
        </pc:spChg>
        <pc:spChg chg="add del">
          <ac:chgData name="Abu Zahed" userId="S::abu15-4716@diu.edu.bd::82e9d348-417f-4c27-9d19-08c35bdc102b" providerId="AD" clId="Web-{ABE092C4-3433-7268-59ED-14AB5AF69389}" dt="2026-02-28T04:11:39.839" v="76"/>
          <ac:spMkLst>
            <pc:docMk/>
            <pc:sldMk cId="3995002363" sldId="277"/>
            <ac:spMk id="51" creationId="{81D377EB-C9D2-4ED0-86A6-740A297E3EAC}"/>
          </ac:spMkLst>
        </pc:spChg>
        <pc:spChg chg="add del">
          <ac:chgData name="Abu Zahed" userId="S::abu15-4716@diu.edu.bd::82e9d348-417f-4c27-9d19-08c35bdc102b" providerId="AD" clId="Web-{ABE092C4-3433-7268-59ED-14AB5AF69389}" dt="2026-02-28T04:11:39.839" v="76"/>
          <ac:spMkLst>
            <pc:docMk/>
            <pc:sldMk cId="3995002363" sldId="277"/>
            <ac:spMk id="52" creationId="{FB92FFCE-0C90-454E-AA25-D4EE9A6C39C5}"/>
          </ac:spMkLst>
        </pc:spChg>
        <pc:spChg chg="add del">
          <ac:chgData name="Abu Zahed" userId="S::abu15-4716@diu.edu.bd::82e9d348-417f-4c27-9d19-08c35bdc102b" providerId="AD" clId="Web-{ABE092C4-3433-7268-59ED-14AB5AF69389}" dt="2026-02-28T04:11:44.465" v="78"/>
          <ac:spMkLst>
            <pc:docMk/>
            <pc:sldMk cId="3995002363" sldId="277"/>
            <ac:spMk id="54" creationId="{DCC231C8-C761-4B31-9B1C-C6D19248C6B3}"/>
          </ac:spMkLst>
        </pc:spChg>
        <pc:spChg chg="add del">
          <ac:chgData name="Abu Zahed" userId="S::abu15-4716@diu.edu.bd::82e9d348-417f-4c27-9d19-08c35bdc102b" providerId="AD" clId="Web-{ABE092C4-3433-7268-59ED-14AB5AF69389}" dt="2026-02-28T04:12:13.528" v="80"/>
          <ac:spMkLst>
            <pc:docMk/>
            <pc:sldMk cId="3995002363" sldId="277"/>
            <ac:spMk id="56" creationId="{81D377EB-C9D2-4ED0-86A6-740A297E3EAC}"/>
          </ac:spMkLst>
        </pc:spChg>
        <pc:spChg chg="add del">
          <ac:chgData name="Abu Zahed" userId="S::abu15-4716@diu.edu.bd::82e9d348-417f-4c27-9d19-08c35bdc102b" providerId="AD" clId="Web-{ABE092C4-3433-7268-59ED-14AB5AF69389}" dt="2026-02-28T04:12:13.528" v="80"/>
          <ac:spMkLst>
            <pc:docMk/>
            <pc:sldMk cId="3995002363" sldId="277"/>
            <ac:spMk id="57" creationId="{066346BE-FDB4-4772-A696-0719490ABD64}"/>
          </ac:spMkLst>
        </pc:spChg>
        <pc:spChg chg="add del">
          <ac:chgData name="Abu Zahed" userId="S::abu15-4716@diu.edu.bd::82e9d348-417f-4c27-9d19-08c35bdc102b" providerId="AD" clId="Web-{ABE092C4-3433-7268-59ED-14AB5AF69389}" dt="2026-02-28T04:12:13.528" v="80"/>
          <ac:spMkLst>
            <pc:docMk/>
            <pc:sldMk cId="3995002363" sldId="277"/>
            <ac:spMk id="58" creationId="{FB92FFCE-0C90-454E-AA25-D4EE9A6C39C5}"/>
          </ac:spMkLst>
        </pc:spChg>
        <pc:spChg chg="add">
          <ac:chgData name="Abu Zahed" userId="S::abu15-4716@diu.edu.bd::82e9d348-417f-4c27-9d19-08c35bdc102b" providerId="AD" clId="Web-{ABE092C4-3433-7268-59ED-14AB5AF69389}" dt="2026-02-28T04:12:13.559" v="81"/>
          <ac:spMkLst>
            <pc:docMk/>
            <pc:sldMk cId="3995002363" sldId="277"/>
            <ac:spMk id="60" creationId="{81E1224E-6618-482E-BE87-321A7FC1CDE8}"/>
          </ac:spMkLst>
        </pc:spChg>
        <pc:spChg chg="add">
          <ac:chgData name="Abu Zahed" userId="S::abu15-4716@diu.edu.bd::82e9d348-417f-4c27-9d19-08c35bdc102b" providerId="AD" clId="Web-{ABE092C4-3433-7268-59ED-14AB5AF69389}" dt="2026-02-28T04:12:13.559" v="81"/>
          <ac:spMkLst>
            <pc:docMk/>
            <pc:sldMk cId="3995002363" sldId="277"/>
            <ac:spMk id="61" creationId="{066346BE-FDB4-4772-A696-0719490ABD64}"/>
          </ac:spMkLst>
        </pc:spChg>
        <pc:spChg chg="add">
          <ac:chgData name="Abu Zahed" userId="S::abu15-4716@diu.edu.bd::82e9d348-417f-4c27-9d19-08c35bdc102b" providerId="AD" clId="Web-{ABE092C4-3433-7268-59ED-14AB5AF69389}" dt="2026-02-28T04:12:13.559" v="81"/>
          <ac:spMkLst>
            <pc:docMk/>
            <pc:sldMk cId="3995002363" sldId="277"/>
            <ac:spMk id="62" creationId="{FB92FFCE-0C90-454E-AA25-D4EE9A6C39C5}"/>
          </ac:spMkLst>
        </pc:spChg>
        <pc:graphicFrameChg chg="mod modGraphic">
          <ac:chgData name="Abu Zahed" userId="S::abu15-4716@diu.edu.bd::82e9d348-417f-4c27-9d19-08c35bdc102b" providerId="AD" clId="Web-{ABE092C4-3433-7268-59ED-14AB5AF69389}" dt="2026-02-28T04:12:13.559" v="81"/>
          <ac:graphicFrameMkLst>
            <pc:docMk/>
            <pc:sldMk cId="3995002363" sldId="277"/>
            <ac:graphicFrameMk id="36" creationId="{B1F122EE-EC80-D732-9DCA-8366331E5A7E}"/>
          </ac:graphicFrameMkLst>
        </pc:graphicFrameChg>
      </pc:sldChg>
    </pc:docChg>
  </pc:docChgLst>
  <pc:docChgLst>
    <pc:chgData name="Abu Zahed" userId="S::abu15-4716@diu.edu.bd::82e9d348-417f-4c27-9d19-08c35bdc102b" providerId="AD" clId="Web-{10839900-3F5C-6F0C-1106-82A2F002885E}"/>
    <pc:docChg chg="addSld delSld modSld">
      <pc:chgData name="Abu Zahed" userId="S::abu15-4716@diu.edu.bd::82e9d348-417f-4c27-9d19-08c35bdc102b" providerId="AD" clId="Web-{10839900-3F5C-6F0C-1106-82A2F002885E}" dt="2026-02-28T04:02:15.546" v="374"/>
      <pc:docMkLst>
        <pc:docMk/>
      </pc:docMkLst>
      <pc:sldChg chg="addSp delSp modSp">
        <pc:chgData name="Abu Zahed" userId="S::abu15-4716@diu.edu.bd::82e9d348-417f-4c27-9d19-08c35bdc102b" providerId="AD" clId="Web-{10839900-3F5C-6F0C-1106-82A2F002885E}" dt="2026-02-28T03:33:02.613" v="43" actId="1076"/>
        <pc:sldMkLst>
          <pc:docMk/>
          <pc:sldMk cId="1839090532" sldId="256"/>
        </pc:sldMkLst>
        <pc:spChg chg="mod">
          <ac:chgData name="Abu Zahed" userId="S::abu15-4716@diu.edu.bd::82e9d348-417f-4c27-9d19-08c35bdc102b" providerId="AD" clId="Web-{10839900-3F5C-6F0C-1106-82A2F002885E}" dt="2026-02-28T03:30:24.128" v="33" actId="20577"/>
          <ac:spMkLst>
            <pc:docMk/>
            <pc:sldMk cId="1839090532" sldId="256"/>
            <ac:spMk id="2" creationId="{66227E12-4BFF-8665-E779-1F1BFA666DAF}"/>
          </ac:spMkLst>
        </pc:spChg>
        <pc:spChg chg="del">
          <ac:chgData name="Abu Zahed" userId="S::abu15-4716@diu.edu.bd::82e9d348-417f-4c27-9d19-08c35bdc102b" providerId="AD" clId="Web-{10839900-3F5C-6F0C-1106-82A2F002885E}" dt="2026-02-28T03:23:53.200" v="1"/>
          <ac:spMkLst>
            <pc:docMk/>
            <pc:sldMk cId="1839090532" sldId="256"/>
            <ac:spMk id="3" creationId="{1ED71A7D-BC50-7D8A-BAF4-7EE3622427FF}"/>
          </ac:spMkLst>
        </pc:spChg>
        <pc:spChg chg="add del mod">
          <ac:chgData name="Abu Zahed" userId="S::abu15-4716@diu.edu.bd::82e9d348-417f-4c27-9d19-08c35bdc102b" providerId="AD" clId="Web-{10839900-3F5C-6F0C-1106-82A2F002885E}" dt="2026-02-28T03:24:36.670" v="8"/>
          <ac:spMkLst>
            <pc:docMk/>
            <pc:sldMk cId="1839090532" sldId="256"/>
            <ac:spMk id="5" creationId="{19239EFD-28ED-10E6-572C-3907EE7B5FBF}"/>
          </ac:spMkLst>
        </pc:spChg>
        <pc:spChg chg="add mod">
          <ac:chgData name="Abu Zahed" userId="S::abu15-4716@diu.edu.bd::82e9d348-417f-4c27-9d19-08c35bdc102b" providerId="AD" clId="Web-{10839900-3F5C-6F0C-1106-82A2F002885E}" dt="2026-02-28T03:33:02.613" v="43" actId="1076"/>
          <ac:spMkLst>
            <pc:docMk/>
            <pc:sldMk cId="1839090532" sldId="256"/>
            <ac:spMk id="6" creationId="{082ACE52-5621-5E70-0E4A-91971A8137F9}"/>
          </ac:spMkLst>
        </pc:spChg>
        <pc:spChg chg="del">
          <ac:chgData name="Abu Zahed" userId="S::abu15-4716@diu.edu.bd::82e9d348-417f-4c27-9d19-08c35bdc102b" providerId="AD" clId="Web-{10839900-3F5C-6F0C-1106-82A2F002885E}" dt="2026-02-28T03:24:13.357" v="2"/>
          <ac:spMkLst>
            <pc:docMk/>
            <pc:sldMk cId="1839090532" sldId="256"/>
            <ac:spMk id="41" creationId="{9DECDBF4-02B6-4BB4-B65B-B8107AD6A9E8}"/>
          </ac:spMkLst>
        </pc:spChg>
        <pc:spChg chg="del">
          <ac:chgData name="Abu Zahed" userId="S::abu15-4716@diu.edu.bd::82e9d348-417f-4c27-9d19-08c35bdc102b" providerId="AD" clId="Web-{10839900-3F5C-6F0C-1106-82A2F002885E}" dt="2026-02-28T03:24:13.357" v="2"/>
          <ac:spMkLst>
            <pc:docMk/>
            <pc:sldMk cId="1839090532" sldId="256"/>
            <ac:spMk id="45" creationId="{CBB2B1F0-0DD6-4744-9A46-7A344FB48E40}"/>
          </ac:spMkLst>
        </pc:spChg>
        <pc:spChg chg="del">
          <ac:chgData name="Abu Zahed" userId="S::abu15-4716@diu.edu.bd::82e9d348-417f-4c27-9d19-08c35bdc102b" providerId="AD" clId="Web-{10839900-3F5C-6F0C-1106-82A2F002885E}" dt="2026-02-28T03:24:13.357" v="2"/>
          <ac:spMkLst>
            <pc:docMk/>
            <pc:sldMk cId="1839090532" sldId="256"/>
            <ac:spMk id="48" creationId="{52D502E5-F6B4-4D58-B4AE-FC466FF15EE8}"/>
          </ac:spMkLst>
        </pc:spChg>
        <pc:spChg chg="add del">
          <ac:chgData name="Abu Zahed" userId="S::abu15-4716@diu.edu.bd::82e9d348-417f-4c27-9d19-08c35bdc102b" providerId="AD" clId="Web-{10839900-3F5C-6F0C-1106-82A2F002885E}" dt="2026-02-28T03:25:33.126" v="13"/>
          <ac:spMkLst>
            <pc:docMk/>
            <pc:sldMk cId="1839090532" sldId="256"/>
            <ac:spMk id="53" creationId="{934F1179-B481-4F9E-BCA3-AFB972070F83}"/>
          </ac:spMkLst>
        </pc:spChg>
        <pc:spChg chg="add del">
          <ac:chgData name="Abu Zahed" userId="S::abu15-4716@diu.edu.bd::82e9d348-417f-4c27-9d19-08c35bdc102b" providerId="AD" clId="Web-{10839900-3F5C-6F0C-1106-82A2F002885E}" dt="2026-02-28T03:25:33.126" v="13"/>
          <ac:spMkLst>
            <pc:docMk/>
            <pc:sldMk cId="1839090532" sldId="256"/>
            <ac:spMk id="55" creationId="{827DC2C4-B485-428A-BF4A-472D2967F47F}"/>
          </ac:spMkLst>
        </pc:spChg>
        <pc:spChg chg="add del">
          <ac:chgData name="Abu Zahed" userId="S::abu15-4716@diu.edu.bd::82e9d348-417f-4c27-9d19-08c35bdc102b" providerId="AD" clId="Web-{10839900-3F5C-6F0C-1106-82A2F002885E}" dt="2026-02-28T03:25:33.126" v="13"/>
          <ac:spMkLst>
            <pc:docMk/>
            <pc:sldMk cId="1839090532" sldId="256"/>
            <ac:spMk id="57" creationId="{EE04B5EB-F158-4507-90DD-BD23620C7CC9}"/>
          </ac:spMkLst>
        </pc:spChg>
        <pc:spChg chg="add del">
          <ac:chgData name="Abu Zahed" userId="S::abu15-4716@diu.edu.bd::82e9d348-417f-4c27-9d19-08c35bdc102b" providerId="AD" clId="Web-{10839900-3F5C-6F0C-1106-82A2F002885E}" dt="2026-02-28T03:25:33.126" v="12"/>
          <ac:spMkLst>
            <pc:docMk/>
            <pc:sldMk cId="1839090532" sldId="256"/>
            <ac:spMk id="62" creationId="{1ACA2EA0-FFD3-42EC-9406-B595015ED96E}"/>
          </ac:spMkLst>
        </pc:spChg>
        <pc:spChg chg="add del">
          <ac:chgData name="Abu Zahed" userId="S::abu15-4716@diu.edu.bd::82e9d348-417f-4c27-9d19-08c35bdc102b" providerId="AD" clId="Web-{10839900-3F5C-6F0C-1106-82A2F002885E}" dt="2026-02-28T03:25:33.126" v="12"/>
          <ac:spMkLst>
            <pc:docMk/>
            <pc:sldMk cId="1839090532" sldId="256"/>
            <ac:spMk id="64" creationId="{D5288BCE-665C-472A-8C43-664BCFA31E43}"/>
          </ac:spMkLst>
        </pc:spChg>
        <pc:spChg chg="add del">
          <ac:chgData name="Abu Zahed" userId="S::abu15-4716@diu.edu.bd::82e9d348-417f-4c27-9d19-08c35bdc102b" providerId="AD" clId="Web-{10839900-3F5C-6F0C-1106-82A2F002885E}" dt="2026-02-28T03:25:33.126" v="12"/>
          <ac:spMkLst>
            <pc:docMk/>
            <pc:sldMk cId="1839090532" sldId="256"/>
            <ac:spMk id="66" creationId="{46C57131-53A7-4C1A-BEA8-25F06A06AD29}"/>
          </ac:spMkLst>
        </pc:spChg>
        <pc:spChg chg="add">
          <ac:chgData name="Abu Zahed" userId="S::abu15-4716@diu.edu.bd::82e9d348-417f-4c27-9d19-08c35bdc102b" providerId="AD" clId="Web-{10839900-3F5C-6F0C-1106-82A2F002885E}" dt="2026-02-28T03:25:33.126" v="13"/>
          <ac:spMkLst>
            <pc:docMk/>
            <pc:sldMk cId="1839090532" sldId="256"/>
            <ac:spMk id="68" creationId="{B35D3C1D-A6AE-4FCA-BB76-A4748CE5DE55}"/>
          </ac:spMkLst>
        </pc:spChg>
        <pc:spChg chg="add">
          <ac:chgData name="Abu Zahed" userId="S::abu15-4716@diu.edu.bd::82e9d348-417f-4c27-9d19-08c35bdc102b" providerId="AD" clId="Web-{10839900-3F5C-6F0C-1106-82A2F002885E}" dt="2026-02-28T03:25:33.126" v="13"/>
          <ac:spMkLst>
            <pc:docMk/>
            <pc:sldMk cId="1839090532" sldId="256"/>
            <ac:spMk id="69" creationId="{6D5BF818-2283-4CC9-A120-9225CEDFA6D2}"/>
          </ac:spMkLst>
        </pc:spChg>
        <pc:spChg chg="add">
          <ac:chgData name="Abu Zahed" userId="S::abu15-4716@diu.edu.bd::82e9d348-417f-4c27-9d19-08c35bdc102b" providerId="AD" clId="Web-{10839900-3F5C-6F0C-1106-82A2F002885E}" dt="2026-02-28T03:25:33.126" v="13"/>
          <ac:spMkLst>
            <pc:docMk/>
            <pc:sldMk cId="1839090532" sldId="256"/>
            <ac:spMk id="70" creationId="{063A42EF-20CC-4BCC-9D0B-222CF3AAE8C9}"/>
          </ac:spMkLst>
        </pc:spChg>
      </pc:sldChg>
      <pc:sldChg chg="addSp delSp modSp mod modShow">
        <pc:chgData name="Abu Zahed" userId="S::abu15-4716@diu.edu.bd::82e9d348-417f-4c27-9d19-08c35bdc102b" providerId="AD" clId="Web-{10839900-3F5C-6F0C-1106-82A2F002885E}" dt="2026-02-28T03:51:19.155" v="113" actId="1076"/>
        <pc:sldMkLst>
          <pc:docMk/>
          <pc:sldMk cId="3310467058" sldId="257"/>
        </pc:sldMkLst>
        <pc:spChg chg="del">
          <ac:chgData name="Abu Zahed" userId="S::abu15-4716@diu.edu.bd::82e9d348-417f-4c27-9d19-08c35bdc102b" providerId="AD" clId="Web-{10839900-3F5C-6F0C-1106-82A2F002885E}" dt="2026-02-28T03:33:10.270" v="44"/>
          <ac:spMkLst>
            <pc:docMk/>
            <pc:sldMk cId="3310467058" sldId="257"/>
            <ac:spMk id="2" creationId="{252E37E3-D642-26F7-0C19-91B172868050}"/>
          </ac:spMkLst>
        </pc:spChg>
        <pc:spChg chg="del">
          <ac:chgData name="Abu Zahed" userId="S::abu15-4716@diu.edu.bd::82e9d348-417f-4c27-9d19-08c35bdc102b" providerId="AD" clId="Web-{10839900-3F5C-6F0C-1106-82A2F002885E}" dt="2026-02-28T03:33:12.535" v="45"/>
          <ac:spMkLst>
            <pc:docMk/>
            <pc:sldMk cId="3310467058" sldId="257"/>
            <ac:spMk id="3" creationId="{C85BEE1D-A073-2108-9313-980161396AFB}"/>
          </ac:spMkLst>
        </pc:spChg>
        <pc:spChg chg="add del mod">
          <ac:chgData name="Abu Zahed" userId="S::abu15-4716@diu.edu.bd::82e9d348-417f-4c27-9d19-08c35bdc102b" providerId="AD" clId="Web-{10839900-3F5C-6F0C-1106-82A2F002885E}" dt="2026-02-28T03:36:46.905" v="46"/>
          <ac:spMkLst>
            <pc:docMk/>
            <pc:sldMk cId="3310467058" sldId="257"/>
            <ac:spMk id="5" creationId="{C025D876-241A-A2D0-2164-097FBF77C3AC}"/>
          </ac:spMkLst>
        </pc:spChg>
        <pc:spChg chg="add del mod">
          <ac:chgData name="Abu Zahed" userId="S::abu15-4716@diu.edu.bd::82e9d348-417f-4c27-9d19-08c35bdc102b" providerId="AD" clId="Web-{10839900-3F5C-6F0C-1106-82A2F002885E}" dt="2026-02-28T03:39:17.088" v="73"/>
          <ac:spMkLst>
            <pc:docMk/>
            <pc:sldMk cId="3310467058" sldId="257"/>
            <ac:spMk id="7" creationId="{3CBA0570-C4BF-3F44-4C6D-6AE3E4B14657}"/>
          </ac:spMkLst>
        </pc:spChg>
        <pc:spChg chg="add mod ord">
          <ac:chgData name="Abu Zahed" userId="S::abu15-4716@diu.edu.bd::82e9d348-417f-4c27-9d19-08c35bdc102b" providerId="AD" clId="Web-{10839900-3F5C-6F0C-1106-82A2F002885E}" dt="2026-02-28T03:51:19.155" v="113" actId="1076"/>
          <ac:spMkLst>
            <pc:docMk/>
            <pc:sldMk cId="3310467058" sldId="257"/>
            <ac:spMk id="18" creationId="{0E98BF4A-171B-63FB-05D3-2633630AAD10}"/>
          </ac:spMkLst>
        </pc:spChg>
        <pc:spChg chg="del">
          <ac:chgData name="Abu Zahed" userId="S::abu15-4716@diu.edu.bd::82e9d348-417f-4c27-9d19-08c35bdc102b" providerId="AD" clId="Web-{10839900-3F5C-6F0C-1106-82A2F002885E}" dt="2026-02-28T03:37:23.158" v="50"/>
          <ac:spMkLst>
            <pc:docMk/>
            <pc:sldMk cId="3310467058" sldId="257"/>
            <ac:spMk id="38" creationId="{C2554CA6-288E-4202-BC52-2E5A8F0C0AED}"/>
          </ac:spMkLst>
        </pc:spChg>
        <pc:spChg chg="del">
          <ac:chgData name="Abu Zahed" userId="S::abu15-4716@diu.edu.bd::82e9d348-417f-4c27-9d19-08c35bdc102b" providerId="AD" clId="Web-{10839900-3F5C-6F0C-1106-82A2F002885E}" dt="2026-02-28T03:37:23.158" v="50"/>
          <ac:spMkLst>
            <pc:docMk/>
            <pc:sldMk cId="3310467058" sldId="257"/>
            <ac:spMk id="39" creationId="{B10BB131-AC8E-4A8E-A5D1-36260F720C3B}"/>
          </ac:spMkLst>
        </pc:spChg>
        <pc:spChg chg="del">
          <ac:chgData name="Abu Zahed" userId="S::abu15-4716@diu.edu.bd::82e9d348-417f-4c27-9d19-08c35bdc102b" providerId="AD" clId="Web-{10839900-3F5C-6F0C-1106-82A2F002885E}" dt="2026-02-28T03:37:23.158" v="50"/>
          <ac:spMkLst>
            <pc:docMk/>
            <pc:sldMk cId="3310467058" sldId="257"/>
            <ac:spMk id="40" creationId="{5B7778FC-632E-4DCA-A7CB-0D7731CCF970}"/>
          </ac:spMkLst>
        </pc:spChg>
        <pc:spChg chg="del">
          <ac:chgData name="Abu Zahed" userId="S::abu15-4716@diu.edu.bd::82e9d348-417f-4c27-9d19-08c35bdc102b" providerId="AD" clId="Web-{10839900-3F5C-6F0C-1106-82A2F002885E}" dt="2026-02-28T03:37:23.158" v="50"/>
          <ac:spMkLst>
            <pc:docMk/>
            <pc:sldMk cId="3310467058" sldId="257"/>
            <ac:spMk id="41" creationId="{FA23A907-97FB-4A8F-880A-DD77401C4296}"/>
          </ac:spMkLst>
        </pc:spChg>
        <pc:spChg chg="add del">
          <ac:chgData name="Abu Zahed" userId="S::abu15-4716@diu.edu.bd::82e9d348-417f-4c27-9d19-08c35bdc102b" providerId="AD" clId="Web-{10839900-3F5C-6F0C-1106-82A2F002885E}" dt="2026-02-28T03:49:33.449" v="89"/>
          <ac:spMkLst>
            <pc:docMk/>
            <pc:sldMk cId="3310467058" sldId="257"/>
            <ac:spMk id="46" creationId="{907EF6B7-1338-4443-8C46-6A318D952DFD}"/>
          </ac:spMkLst>
        </pc:spChg>
        <pc:spChg chg="add del">
          <ac:chgData name="Abu Zahed" userId="S::abu15-4716@diu.edu.bd::82e9d348-417f-4c27-9d19-08c35bdc102b" providerId="AD" clId="Web-{10839900-3F5C-6F0C-1106-82A2F002885E}" dt="2026-02-28T03:49:33.449" v="89"/>
          <ac:spMkLst>
            <pc:docMk/>
            <pc:sldMk cId="3310467058" sldId="257"/>
            <ac:spMk id="48" creationId="{DAAE4CDD-124C-4DCF-9584-B6033B545DD5}"/>
          </ac:spMkLst>
        </pc:spChg>
        <pc:spChg chg="add del">
          <ac:chgData name="Abu Zahed" userId="S::abu15-4716@diu.edu.bd::82e9d348-417f-4c27-9d19-08c35bdc102b" providerId="AD" clId="Web-{10839900-3F5C-6F0C-1106-82A2F002885E}" dt="2026-02-28T03:49:33.449" v="89"/>
          <ac:spMkLst>
            <pc:docMk/>
            <pc:sldMk cId="3310467058" sldId="257"/>
            <ac:spMk id="50" creationId="{081E4A58-353D-44AE-B2FC-2A74E2E400F7}"/>
          </ac:spMkLst>
        </pc:spChg>
        <pc:spChg chg="add del mod">
          <ac:chgData name="Abu Zahed" userId="S::abu15-4716@diu.edu.bd::82e9d348-417f-4c27-9d19-08c35bdc102b" providerId="AD" clId="Web-{10839900-3F5C-6F0C-1106-82A2F002885E}" dt="2026-02-28T03:39:22.526" v="75"/>
          <ac:spMkLst>
            <pc:docMk/>
            <pc:sldMk cId="3310467058" sldId="257"/>
            <ac:spMk id="54" creationId="{737343A8-1C4F-2F9F-3AF5-BA1616CF9D18}"/>
          </ac:spMkLst>
        </pc:spChg>
        <pc:spChg chg="add del mod">
          <ac:chgData name="Abu Zahed" userId="S::abu15-4716@diu.edu.bd::82e9d348-417f-4c27-9d19-08c35bdc102b" providerId="AD" clId="Web-{10839900-3F5C-6F0C-1106-82A2F002885E}" dt="2026-02-28T03:47:36.682" v="81"/>
          <ac:spMkLst>
            <pc:docMk/>
            <pc:sldMk cId="3310467058" sldId="257"/>
            <ac:spMk id="55" creationId="{09D04A84-34F7-E99E-3BC7-C1E7496E7B10}"/>
          </ac:spMkLst>
        </pc:spChg>
        <pc:spChg chg="add del">
          <ac:chgData name="Abu Zahed" userId="S::abu15-4716@diu.edu.bd::82e9d348-417f-4c27-9d19-08c35bdc102b" providerId="AD" clId="Web-{10839900-3F5C-6F0C-1106-82A2F002885E}" dt="2026-02-28T03:48:27.230" v="84"/>
          <ac:spMkLst>
            <pc:docMk/>
            <pc:sldMk cId="3310467058" sldId="257"/>
            <ac:spMk id="56" creationId="{8FC08CE1-1554-2ADA-8886-4050A84D86C6}"/>
          </ac:spMkLst>
        </pc:spChg>
        <pc:spChg chg="add mod">
          <ac:chgData name="Abu Zahed" userId="S::abu15-4716@diu.edu.bd::82e9d348-417f-4c27-9d19-08c35bdc102b" providerId="AD" clId="Web-{10839900-3F5C-6F0C-1106-82A2F002885E}" dt="2026-02-28T03:51:09.216" v="110" actId="14100"/>
          <ac:spMkLst>
            <pc:docMk/>
            <pc:sldMk cId="3310467058" sldId="257"/>
            <ac:spMk id="57" creationId="{35234C4F-54DE-9E64-FE4A-2A8EB933A9AE}"/>
          </ac:spMkLst>
        </pc:spChg>
        <pc:spChg chg="add">
          <ac:chgData name="Abu Zahed" userId="S::abu15-4716@diu.edu.bd::82e9d348-417f-4c27-9d19-08c35bdc102b" providerId="AD" clId="Web-{10839900-3F5C-6F0C-1106-82A2F002885E}" dt="2026-02-28T03:49:33.449" v="89"/>
          <ac:spMkLst>
            <pc:docMk/>
            <pc:sldMk cId="3310467058" sldId="257"/>
            <ac:spMk id="62" creationId="{D5B339F4-93B9-4E04-9721-143AD6782EA9}"/>
          </ac:spMkLst>
        </pc:spChg>
        <pc:spChg chg="add">
          <ac:chgData name="Abu Zahed" userId="S::abu15-4716@diu.edu.bd::82e9d348-417f-4c27-9d19-08c35bdc102b" providerId="AD" clId="Web-{10839900-3F5C-6F0C-1106-82A2F002885E}" dt="2026-02-28T03:49:33.449" v="89"/>
          <ac:spMkLst>
            <pc:docMk/>
            <pc:sldMk cId="3310467058" sldId="257"/>
            <ac:spMk id="68" creationId="{871AEA07-1E14-44B4-8E55-64EF049CD66F}"/>
          </ac:spMkLst>
        </pc:spChg>
        <pc:grpChg chg="add">
          <ac:chgData name="Abu Zahed" userId="S::abu15-4716@diu.edu.bd::82e9d348-417f-4c27-9d19-08c35bdc102b" providerId="AD" clId="Web-{10839900-3F5C-6F0C-1106-82A2F002885E}" dt="2026-02-28T03:49:33.449" v="89"/>
          <ac:grpSpMkLst>
            <pc:docMk/>
            <pc:sldMk cId="3310467058" sldId="257"/>
            <ac:grpSpMk id="64" creationId="{8734DDD3-F723-4DD3-8ABE-EC0B2AC87D74}"/>
          </ac:grpSpMkLst>
        </pc:grpChg>
        <pc:graphicFrameChg chg="add del">
          <ac:chgData name="Abu Zahed" userId="S::abu15-4716@diu.edu.bd::82e9d348-417f-4c27-9d19-08c35bdc102b" providerId="AD" clId="Web-{10839900-3F5C-6F0C-1106-82A2F002885E}" dt="2026-02-28T03:38:13.349" v="52"/>
          <ac:graphicFrameMkLst>
            <pc:docMk/>
            <pc:sldMk cId="3310467058" sldId="257"/>
            <ac:graphicFrameMk id="52" creationId="{CCF4739F-A089-01B2-02FC-761ED6508322}"/>
          </ac:graphicFrameMkLst>
        </pc:graphicFrameChg>
        <pc:graphicFrameChg chg="add del">
          <ac:chgData name="Abu Zahed" userId="S::abu15-4716@diu.edu.bd::82e9d348-417f-4c27-9d19-08c35bdc102b" providerId="AD" clId="Web-{10839900-3F5C-6F0C-1106-82A2F002885E}" dt="2026-02-28T03:39:09.259" v="67"/>
          <ac:graphicFrameMkLst>
            <pc:docMk/>
            <pc:sldMk cId="3310467058" sldId="257"/>
            <ac:graphicFrameMk id="53" creationId="{6B6DB527-04B8-7CCA-1003-CB6D00707426}"/>
          </ac:graphicFrameMkLst>
        </pc:graphicFrameChg>
      </pc:sldChg>
      <pc:sldChg chg="addSp delSp modSp del">
        <pc:chgData name="Abu Zahed" userId="S::abu15-4716@diu.edu.bd::82e9d348-417f-4c27-9d19-08c35bdc102b" providerId="AD" clId="Web-{10839900-3F5C-6F0C-1106-82A2F002885E}" dt="2026-02-28T03:54:38.189" v="294"/>
        <pc:sldMkLst>
          <pc:docMk/>
          <pc:sldMk cId="4067718511" sldId="258"/>
        </pc:sldMkLst>
        <pc:spChg chg="del">
          <ac:chgData name="Abu Zahed" userId="S::abu15-4716@diu.edu.bd::82e9d348-417f-4c27-9d19-08c35bdc102b" providerId="AD" clId="Web-{10839900-3F5C-6F0C-1106-82A2F002885E}" dt="2026-02-28T03:51:49.126" v="114"/>
          <ac:spMkLst>
            <pc:docMk/>
            <pc:sldMk cId="4067718511" sldId="258"/>
            <ac:spMk id="2" creationId="{07C7AFCA-DF95-2984-ED74-070D1D735C7A}"/>
          </ac:spMkLst>
        </pc:spChg>
        <pc:spChg chg="add del mod">
          <ac:chgData name="Abu Zahed" userId="S::abu15-4716@diu.edu.bd::82e9d348-417f-4c27-9d19-08c35bdc102b" providerId="AD" clId="Web-{10839900-3F5C-6F0C-1106-82A2F002885E}" dt="2026-02-28T03:54:31.470" v="290"/>
          <ac:spMkLst>
            <pc:docMk/>
            <pc:sldMk cId="4067718511" sldId="258"/>
            <ac:spMk id="3" creationId="{3EC5AE80-E41C-CAE5-5FDE-F7273A55E222}"/>
          </ac:spMkLst>
        </pc:spChg>
        <pc:spChg chg="add del mod">
          <ac:chgData name="Abu Zahed" userId="S::abu15-4716@diu.edu.bd::82e9d348-417f-4c27-9d19-08c35bdc102b" providerId="AD" clId="Web-{10839900-3F5C-6F0C-1106-82A2F002885E}" dt="2026-02-28T03:54:06.578" v="143"/>
          <ac:spMkLst>
            <pc:docMk/>
            <pc:sldMk cId="4067718511" sldId="258"/>
            <ac:spMk id="5" creationId="{58D3DA0F-232D-68D8-C796-8E191151D825}"/>
          </ac:spMkLst>
        </pc:spChg>
        <pc:spChg chg="add del">
          <ac:chgData name="Abu Zahed" userId="S::abu15-4716@diu.edu.bd::82e9d348-417f-4c27-9d19-08c35bdc102b" providerId="AD" clId="Web-{10839900-3F5C-6F0C-1106-82A2F002885E}" dt="2026-02-28T03:54:31.470" v="293"/>
          <ac:spMkLst>
            <pc:docMk/>
            <pc:sldMk cId="4067718511" sldId="258"/>
            <ac:spMk id="8" creationId="{907EF6B7-1338-4443-8C46-6A318D952DFD}"/>
          </ac:spMkLst>
        </pc:spChg>
        <pc:spChg chg="add del">
          <ac:chgData name="Abu Zahed" userId="S::abu15-4716@diu.edu.bd::82e9d348-417f-4c27-9d19-08c35bdc102b" providerId="AD" clId="Web-{10839900-3F5C-6F0C-1106-82A2F002885E}" dt="2026-02-28T03:54:31.470" v="292"/>
          <ac:spMkLst>
            <pc:docMk/>
            <pc:sldMk cId="4067718511" sldId="258"/>
            <ac:spMk id="10" creationId="{DAAE4CDD-124C-4DCF-9584-B6033B545DD5}"/>
          </ac:spMkLst>
        </pc:spChg>
        <pc:spChg chg="add">
          <ac:chgData name="Abu Zahed" userId="S::abu15-4716@diu.edu.bd::82e9d348-417f-4c27-9d19-08c35bdc102b" providerId="AD" clId="Web-{10839900-3F5C-6F0C-1106-82A2F002885E}" dt="2026-02-28T03:51:54.080" v="116"/>
          <ac:spMkLst>
            <pc:docMk/>
            <pc:sldMk cId="4067718511" sldId="258"/>
            <ac:spMk id="11" creationId="{B3E44A41-7E38-FB89-66C7-BD5F0B25AD85}"/>
          </ac:spMkLst>
        </pc:spChg>
        <pc:spChg chg="add del">
          <ac:chgData name="Abu Zahed" userId="S::abu15-4716@diu.edu.bd::82e9d348-417f-4c27-9d19-08c35bdc102b" providerId="AD" clId="Web-{10839900-3F5C-6F0C-1106-82A2F002885E}" dt="2026-02-28T03:54:31.470" v="291"/>
          <ac:spMkLst>
            <pc:docMk/>
            <pc:sldMk cId="4067718511" sldId="258"/>
            <ac:spMk id="12" creationId="{081E4A58-353D-44AE-B2FC-2A74E2E400F7}"/>
          </ac:spMkLst>
        </pc:spChg>
        <pc:spChg chg="add del">
          <ac:chgData name="Abu Zahed" userId="S::abu15-4716@diu.edu.bd::82e9d348-417f-4c27-9d19-08c35bdc102b" providerId="AD" clId="Web-{10839900-3F5C-6F0C-1106-82A2F002885E}" dt="2026-02-28T03:54:31.470" v="286"/>
          <ac:spMkLst>
            <pc:docMk/>
            <pc:sldMk cId="4067718511" sldId="258"/>
            <ac:spMk id="13" creationId="{6F208278-C3B8-0A24-023E-1FFAFAFF2CA8}"/>
          </ac:spMkLst>
        </pc:spChg>
        <pc:spChg chg="add del">
          <ac:chgData name="Abu Zahed" userId="S::abu15-4716@diu.edu.bd::82e9d348-417f-4c27-9d19-08c35bdc102b" providerId="AD" clId="Web-{10839900-3F5C-6F0C-1106-82A2F002885E}" dt="2026-02-28T03:54:31.470" v="285"/>
          <ac:spMkLst>
            <pc:docMk/>
            <pc:sldMk cId="4067718511" sldId="258"/>
            <ac:spMk id="14" creationId="{2F876291-4FA9-0C3C-8C06-1522D53E9CF8}"/>
          </ac:spMkLst>
        </pc:spChg>
        <pc:spChg chg="add del">
          <ac:chgData name="Abu Zahed" userId="S::abu15-4716@diu.edu.bd::82e9d348-417f-4c27-9d19-08c35bdc102b" providerId="AD" clId="Web-{10839900-3F5C-6F0C-1106-82A2F002885E}" dt="2026-02-28T03:54:31.470" v="284"/>
          <ac:spMkLst>
            <pc:docMk/>
            <pc:sldMk cId="4067718511" sldId="258"/>
            <ac:spMk id="15" creationId="{02B25346-5382-1C87-A050-FBBE622A896E}"/>
          </ac:spMkLst>
        </pc:spChg>
        <pc:spChg chg="add del">
          <ac:chgData name="Abu Zahed" userId="S::abu15-4716@diu.edu.bd::82e9d348-417f-4c27-9d19-08c35bdc102b" providerId="AD" clId="Web-{10839900-3F5C-6F0C-1106-82A2F002885E}" dt="2026-02-28T03:54:31.470" v="283"/>
          <ac:spMkLst>
            <pc:docMk/>
            <pc:sldMk cId="4067718511" sldId="258"/>
            <ac:spMk id="16" creationId="{299F00C5-968F-ECB2-ABC6-83E11E2D5C6D}"/>
          </ac:spMkLst>
        </pc:spChg>
        <pc:spChg chg="add del">
          <ac:chgData name="Abu Zahed" userId="S::abu15-4716@diu.edu.bd::82e9d348-417f-4c27-9d19-08c35bdc102b" providerId="AD" clId="Web-{10839900-3F5C-6F0C-1106-82A2F002885E}" dt="2026-02-28T03:54:31.470" v="282"/>
          <ac:spMkLst>
            <pc:docMk/>
            <pc:sldMk cId="4067718511" sldId="258"/>
            <ac:spMk id="17" creationId="{1078D01C-1182-FB31-E0C0-1A1EA23FC027}"/>
          </ac:spMkLst>
        </pc:spChg>
        <pc:spChg chg="add del">
          <ac:chgData name="Abu Zahed" userId="S::abu15-4716@diu.edu.bd::82e9d348-417f-4c27-9d19-08c35bdc102b" providerId="AD" clId="Web-{10839900-3F5C-6F0C-1106-82A2F002885E}" dt="2026-02-28T03:54:24.329" v="190"/>
          <ac:spMkLst>
            <pc:docMk/>
            <pc:sldMk cId="4067718511" sldId="258"/>
            <ac:spMk id="18" creationId="{BB46948A-71D5-C3F9-71F8-61865ACA45C9}"/>
          </ac:spMkLst>
        </pc:spChg>
        <pc:spChg chg="add del">
          <ac:chgData name="Abu Zahed" userId="S::abu15-4716@diu.edu.bd::82e9d348-417f-4c27-9d19-08c35bdc102b" providerId="AD" clId="Web-{10839900-3F5C-6F0C-1106-82A2F002885E}" dt="2026-02-28T03:54:24.329" v="191"/>
          <ac:spMkLst>
            <pc:docMk/>
            <pc:sldMk cId="4067718511" sldId="258"/>
            <ac:spMk id="19" creationId="{E8C44029-834B-2687-C249-7D7849B393FE}"/>
          </ac:spMkLst>
        </pc:spChg>
        <pc:spChg chg="add del">
          <ac:chgData name="Abu Zahed" userId="S::abu15-4716@diu.edu.bd::82e9d348-417f-4c27-9d19-08c35bdc102b" providerId="AD" clId="Web-{10839900-3F5C-6F0C-1106-82A2F002885E}" dt="2026-02-28T03:54:31.470" v="281"/>
          <ac:spMkLst>
            <pc:docMk/>
            <pc:sldMk cId="4067718511" sldId="258"/>
            <ac:spMk id="20" creationId="{5D1E5C63-FC54-EB19-B09F-449CB623543C}"/>
          </ac:spMkLst>
        </pc:spChg>
        <pc:spChg chg="add del">
          <ac:chgData name="Abu Zahed" userId="S::abu15-4716@diu.edu.bd::82e9d348-417f-4c27-9d19-08c35bdc102b" providerId="AD" clId="Web-{10839900-3F5C-6F0C-1106-82A2F002885E}" dt="2026-02-28T03:54:31.470" v="280"/>
          <ac:spMkLst>
            <pc:docMk/>
            <pc:sldMk cId="4067718511" sldId="258"/>
            <ac:spMk id="21" creationId="{0EB34085-B6E0-9D2A-DDCE-B9E96E425269}"/>
          </ac:spMkLst>
        </pc:spChg>
        <pc:spChg chg="add del">
          <ac:chgData name="Abu Zahed" userId="S::abu15-4716@diu.edu.bd::82e9d348-417f-4c27-9d19-08c35bdc102b" providerId="AD" clId="Web-{10839900-3F5C-6F0C-1106-82A2F002885E}" dt="2026-02-28T03:54:31.470" v="279"/>
          <ac:spMkLst>
            <pc:docMk/>
            <pc:sldMk cId="4067718511" sldId="258"/>
            <ac:spMk id="22" creationId="{901FC708-5921-F5DF-086F-69269F583AA8}"/>
          </ac:spMkLst>
        </pc:spChg>
        <pc:spChg chg="add del">
          <ac:chgData name="Abu Zahed" userId="S::abu15-4716@diu.edu.bd::82e9d348-417f-4c27-9d19-08c35bdc102b" providerId="AD" clId="Web-{10839900-3F5C-6F0C-1106-82A2F002885E}" dt="2026-02-28T03:54:31.470" v="278"/>
          <ac:spMkLst>
            <pc:docMk/>
            <pc:sldMk cId="4067718511" sldId="258"/>
            <ac:spMk id="23" creationId="{102081F3-2E02-955E-58B7-B6F7D4AACB37}"/>
          </ac:spMkLst>
        </pc:spChg>
        <pc:spChg chg="add">
          <ac:chgData name="Abu Zahed" userId="S::abu15-4716@diu.edu.bd::82e9d348-417f-4c27-9d19-08c35bdc102b" providerId="AD" clId="Web-{10839900-3F5C-6F0C-1106-82A2F002885E}" dt="2026-02-28T03:51:54.080" v="116"/>
          <ac:spMkLst>
            <pc:docMk/>
            <pc:sldMk cId="4067718511" sldId="258"/>
            <ac:spMk id="24" creationId="{40D8E6EB-8455-A3CF-D823-0A1BAB34F24B}"/>
          </ac:spMkLst>
        </pc:spChg>
        <pc:spChg chg="add">
          <ac:chgData name="Abu Zahed" userId="S::abu15-4716@diu.edu.bd::82e9d348-417f-4c27-9d19-08c35bdc102b" providerId="AD" clId="Web-{10839900-3F5C-6F0C-1106-82A2F002885E}" dt="2026-02-28T03:51:54.080" v="116"/>
          <ac:spMkLst>
            <pc:docMk/>
            <pc:sldMk cId="4067718511" sldId="258"/>
            <ac:spMk id="25" creationId="{9FB6FF9B-F5EC-E1CD-4C16-BF4E936A0B1E}"/>
          </ac:spMkLst>
        </pc:spChg>
        <pc:spChg chg="add">
          <ac:chgData name="Abu Zahed" userId="S::abu15-4716@diu.edu.bd::82e9d348-417f-4c27-9d19-08c35bdc102b" providerId="AD" clId="Web-{10839900-3F5C-6F0C-1106-82A2F002885E}" dt="2026-02-28T03:51:54.080" v="116"/>
          <ac:spMkLst>
            <pc:docMk/>
            <pc:sldMk cId="4067718511" sldId="258"/>
            <ac:spMk id="26" creationId="{F67A4294-A64E-E65D-E69F-E3DC375EA6AC}"/>
          </ac:spMkLst>
        </pc:spChg>
        <pc:spChg chg="add">
          <ac:chgData name="Abu Zahed" userId="S::abu15-4716@diu.edu.bd::82e9d348-417f-4c27-9d19-08c35bdc102b" providerId="AD" clId="Web-{10839900-3F5C-6F0C-1106-82A2F002885E}" dt="2026-02-28T03:51:54.080" v="116"/>
          <ac:spMkLst>
            <pc:docMk/>
            <pc:sldMk cId="4067718511" sldId="258"/>
            <ac:spMk id="28" creationId="{2BDD7E72-F754-0021-3311-B911837F2086}"/>
          </ac:spMkLst>
        </pc:spChg>
        <pc:spChg chg="add">
          <ac:chgData name="Abu Zahed" userId="S::abu15-4716@diu.edu.bd::82e9d348-417f-4c27-9d19-08c35bdc102b" providerId="AD" clId="Web-{10839900-3F5C-6F0C-1106-82A2F002885E}" dt="2026-02-28T03:51:54.080" v="116"/>
          <ac:spMkLst>
            <pc:docMk/>
            <pc:sldMk cId="4067718511" sldId="258"/>
            <ac:spMk id="29" creationId="{D4C4E9A0-1AC2-469F-28E7-7445C6CE95AC}"/>
          </ac:spMkLst>
        </pc:spChg>
        <pc:spChg chg="mod">
          <ac:chgData name="Abu Zahed" userId="S::abu15-4716@diu.edu.bd::82e9d348-417f-4c27-9d19-08c35bdc102b" providerId="AD" clId="Web-{10839900-3F5C-6F0C-1106-82A2F002885E}" dt="2026-02-28T03:54:00.296" v="137" actId="1076"/>
          <ac:spMkLst>
            <pc:docMk/>
            <pc:sldMk cId="4067718511" sldId="258"/>
            <ac:spMk id="33" creationId="{92ADE93A-2866-1CA0-FD5B-D79106414BD4}"/>
          </ac:spMkLst>
        </pc:spChg>
        <pc:spChg chg="add del">
          <ac:chgData name="Abu Zahed" userId="S::abu15-4716@diu.edu.bd::82e9d348-417f-4c27-9d19-08c35bdc102b" providerId="AD" clId="Web-{10839900-3F5C-6F0C-1106-82A2F002885E}" dt="2026-02-28T03:54:31.454" v="274"/>
          <ac:spMkLst>
            <pc:docMk/>
            <pc:sldMk cId="4067718511" sldId="258"/>
            <ac:spMk id="34" creationId="{25F7E466-617F-35C5-4FAA-8E89B3FDD341}"/>
          </ac:spMkLst>
        </pc:spChg>
        <pc:spChg chg="add del">
          <ac:chgData name="Abu Zahed" userId="S::abu15-4716@diu.edu.bd::82e9d348-417f-4c27-9d19-08c35bdc102b" providerId="AD" clId="Web-{10839900-3F5C-6F0C-1106-82A2F002885E}" dt="2026-02-28T03:54:31.454" v="273"/>
          <ac:spMkLst>
            <pc:docMk/>
            <pc:sldMk cId="4067718511" sldId="258"/>
            <ac:spMk id="35" creationId="{384E275E-4544-915D-B473-66FAF5EC19B7}"/>
          </ac:spMkLst>
        </pc:spChg>
        <pc:spChg chg="add del">
          <ac:chgData name="Abu Zahed" userId="S::abu15-4716@diu.edu.bd::82e9d348-417f-4c27-9d19-08c35bdc102b" providerId="AD" clId="Web-{10839900-3F5C-6F0C-1106-82A2F002885E}" dt="2026-02-28T03:54:31.454" v="272"/>
          <ac:spMkLst>
            <pc:docMk/>
            <pc:sldMk cId="4067718511" sldId="258"/>
            <ac:spMk id="36" creationId="{3DAE14DD-A82D-4B8F-D65E-7822914B960B}"/>
          </ac:spMkLst>
        </pc:spChg>
        <pc:spChg chg="add del">
          <ac:chgData name="Abu Zahed" userId="S::abu15-4716@diu.edu.bd::82e9d348-417f-4c27-9d19-08c35bdc102b" providerId="AD" clId="Web-{10839900-3F5C-6F0C-1106-82A2F002885E}" dt="2026-02-28T03:54:31.454" v="271"/>
          <ac:spMkLst>
            <pc:docMk/>
            <pc:sldMk cId="4067718511" sldId="258"/>
            <ac:spMk id="37" creationId="{087E9299-91DB-2787-CB03-40AA53D258F0}"/>
          </ac:spMkLst>
        </pc:spChg>
        <pc:spChg chg="add del">
          <ac:chgData name="Abu Zahed" userId="S::abu15-4716@diu.edu.bd::82e9d348-417f-4c27-9d19-08c35bdc102b" providerId="AD" clId="Web-{10839900-3F5C-6F0C-1106-82A2F002885E}" dt="2026-02-28T03:54:31.454" v="270"/>
          <ac:spMkLst>
            <pc:docMk/>
            <pc:sldMk cId="4067718511" sldId="258"/>
            <ac:spMk id="38" creationId="{75983978-8C6A-0B50-12EA-4E354E43C1A9}"/>
          </ac:spMkLst>
        </pc:spChg>
        <pc:spChg chg="add del">
          <ac:chgData name="Abu Zahed" userId="S::abu15-4716@diu.edu.bd::82e9d348-417f-4c27-9d19-08c35bdc102b" providerId="AD" clId="Web-{10839900-3F5C-6F0C-1106-82A2F002885E}" dt="2026-02-28T03:54:24.329" v="204"/>
          <ac:spMkLst>
            <pc:docMk/>
            <pc:sldMk cId="4067718511" sldId="258"/>
            <ac:spMk id="39" creationId="{7E008703-71C4-EE45-72EB-D08DD84E17DE}"/>
          </ac:spMkLst>
        </pc:spChg>
        <pc:spChg chg="add del">
          <ac:chgData name="Abu Zahed" userId="S::abu15-4716@diu.edu.bd::82e9d348-417f-4c27-9d19-08c35bdc102b" providerId="AD" clId="Web-{10839900-3F5C-6F0C-1106-82A2F002885E}" dt="2026-02-28T03:54:24.329" v="205"/>
          <ac:spMkLst>
            <pc:docMk/>
            <pc:sldMk cId="4067718511" sldId="258"/>
            <ac:spMk id="40" creationId="{2FA87DA1-6465-A896-9FC9-E32DA1208004}"/>
          </ac:spMkLst>
        </pc:spChg>
        <pc:spChg chg="add del">
          <ac:chgData name="Abu Zahed" userId="S::abu15-4716@diu.edu.bd::82e9d348-417f-4c27-9d19-08c35bdc102b" providerId="AD" clId="Web-{10839900-3F5C-6F0C-1106-82A2F002885E}" dt="2026-02-28T03:54:31.454" v="269"/>
          <ac:spMkLst>
            <pc:docMk/>
            <pc:sldMk cId="4067718511" sldId="258"/>
            <ac:spMk id="41" creationId="{991767AA-E2CC-F7A8-1708-A1D7C6389550}"/>
          </ac:spMkLst>
        </pc:spChg>
        <pc:spChg chg="add del">
          <ac:chgData name="Abu Zahed" userId="S::abu15-4716@diu.edu.bd::82e9d348-417f-4c27-9d19-08c35bdc102b" providerId="AD" clId="Web-{10839900-3F5C-6F0C-1106-82A2F002885E}" dt="2026-02-28T03:54:31.454" v="268"/>
          <ac:spMkLst>
            <pc:docMk/>
            <pc:sldMk cId="4067718511" sldId="258"/>
            <ac:spMk id="42" creationId="{1F00B60A-361D-1911-BFC0-A71931ECA5A7}"/>
          </ac:spMkLst>
        </pc:spChg>
        <pc:spChg chg="add del">
          <ac:chgData name="Abu Zahed" userId="S::abu15-4716@diu.edu.bd::82e9d348-417f-4c27-9d19-08c35bdc102b" providerId="AD" clId="Web-{10839900-3F5C-6F0C-1106-82A2F002885E}" dt="2026-02-28T03:54:31.454" v="267"/>
          <ac:spMkLst>
            <pc:docMk/>
            <pc:sldMk cId="4067718511" sldId="258"/>
            <ac:spMk id="43" creationId="{0C1ABA7A-DFF9-EC75-2CAB-B50584F78A1E}"/>
          </ac:spMkLst>
        </pc:spChg>
        <pc:spChg chg="add del">
          <ac:chgData name="Abu Zahed" userId="S::abu15-4716@diu.edu.bd::82e9d348-417f-4c27-9d19-08c35bdc102b" providerId="AD" clId="Web-{10839900-3F5C-6F0C-1106-82A2F002885E}" dt="2026-02-28T03:54:31.454" v="266"/>
          <ac:spMkLst>
            <pc:docMk/>
            <pc:sldMk cId="4067718511" sldId="258"/>
            <ac:spMk id="44" creationId="{83D63ABF-44D6-D059-FAEC-B3B55BA0DA86}"/>
          </ac:spMkLst>
        </pc:spChg>
        <pc:spChg chg="add">
          <ac:chgData name="Abu Zahed" userId="S::abu15-4716@diu.edu.bd::82e9d348-417f-4c27-9d19-08c35bdc102b" providerId="AD" clId="Web-{10839900-3F5C-6F0C-1106-82A2F002885E}" dt="2026-02-28T03:51:56.393" v="117"/>
          <ac:spMkLst>
            <pc:docMk/>
            <pc:sldMk cId="4067718511" sldId="258"/>
            <ac:spMk id="45" creationId="{55E4B84D-365A-CDDF-B0EB-8FE5AD09D8C2}"/>
          </ac:spMkLst>
        </pc:spChg>
        <pc:spChg chg="add">
          <ac:chgData name="Abu Zahed" userId="S::abu15-4716@diu.edu.bd::82e9d348-417f-4c27-9d19-08c35bdc102b" providerId="AD" clId="Web-{10839900-3F5C-6F0C-1106-82A2F002885E}" dt="2026-02-28T03:51:56.393" v="117"/>
          <ac:spMkLst>
            <pc:docMk/>
            <pc:sldMk cId="4067718511" sldId="258"/>
            <ac:spMk id="46" creationId="{5D266C88-7B02-36C7-8A89-25CA21C69937}"/>
          </ac:spMkLst>
        </pc:spChg>
        <pc:spChg chg="add">
          <ac:chgData name="Abu Zahed" userId="S::abu15-4716@diu.edu.bd::82e9d348-417f-4c27-9d19-08c35bdc102b" providerId="AD" clId="Web-{10839900-3F5C-6F0C-1106-82A2F002885E}" dt="2026-02-28T03:51:56.393" v="117"/>
          <ac:spMkLst>
            <pc:docMk/>
            <pc:sldMk cId="4067718511" sldId="258"/>
            <ac:spMk id="48" creationId="{B3D4E5A2-AE51-4210-F5F5-C38D45D0D650}"/>
          </ac:spMkLst>
        </pc:spChg>
        <pc:spChg chg="add">
          <ac:chgData name="Abu Zahed" userId="S::abu15-4716@diu.edu.bd::82e9d348-417f-4c27-9d19-08c35bdc102b" providerId="AD" clId="Web-{10839900-3F5C-6F0C-1106-82A2F002885E}" dt="2026-02-28T03:51:56.393" v="117"/>
          <ac:spMkLst>
            <pc:docMk/>
            <pc:sldMk cId="4067718511" sldId="258"/>
            <ac:spMk id="49" creationId="{A71AF59B-7506-108D-B253-B9C170F0E121}"/>
          </ac:spMkLst>
        </pc:spChg>
        <pc:grpChg chg="add del">
          <ac:chgData name="Abu Zahed" userId="S::abu15-4716@diu.edu.bd::82e9d348-417f-4c27-9d19-08c35bdc102b" providerId="AD" clId="Web-{10839900-3F5C-6F0C-1106-82A2F002885E}" dt="2026-02-28T03:54:31.470" v="289"/>
          <ac:grpSpMkLst>
            <pc:docMk/>
            <pc:sldMk cId="4067718511" sldId="258"/>
            <ac:grpSpMk id="6" creationId="{92684843-88A7-A810-4B14-D008717301C8}"/>
          </ac:grpSpMkLst>
        </pc:grpChg>
        <pc:grpChg chg="add del">
          <ac:chgData name="Abu Zahed" userId="S::abu15-4716@diu.edu.bd::82e9d348-417f-4c27-9d19-08c35bdc102b" providerId="AD" clId="Web-{10839900-3F5C-6F0C-1106-82A2F002885E}" dt="2026-02-28T03:54:31.470" v="288"/>
          <ac:grpSpMkLst>
            <pc:docMk/>
            <pc:sldMk cId="4067718511" sldId="258"/>
            <ac:grpSpMk id="7" creationId="{96332ADA-EB0F-EC1D-5B3C-86C576C3A1CB}"/>
          </ac:grpSpMkLst>
        </pc:grpChg>
        <pc:grpChg chg="add del">
          <ac:chgData name="Abu Zahed" userId="S::abu15-4716@diu.edu.bd::82e9d348-417f-4c27-9d19-08c35bdc102b" providerId="AD" clId="Web-{10839900-3F5C-6F0C-1106-82A2F002885E}" dt="2026-02-28T03:54:31.470" v="287"/>
          <ac:grpSpMkLst>
            <pc:docMk/>
            <pc:sldMk cId="4067718511" sldId="258"/>
            <ac:grpSpMk id="9" creationId="{C43FF3D6-6643-77A5-3660-0943191A4617}"/>
          </ac:grpSpMkLst>
        </pc:grpChg>
        <pc:grpChg chg="add del">
          <ac:chgData name="Abu Zahed" userId="S::abu15-4716@diu.edu.bd::82e9d348-417f-4c27-9d19-08c35bdc102b" providerId="AD" clId="Web-{10839900-3F5C-6F0C-1106-82A2F002885E}" dt="2026-02-28T03:54:31.470" v="277"/>
          <ac:grpSpMkLst>
            <pc:docMk/>
            <pc:sldMk cId="4067718511" sldId="258"/>
            <ac:grpSpMk id="30" creationId="{31415490-55A3-CE91-43E7-02FC9BD2B63B}"/>
          </ac:grpSpMkLst>
        </pc:grpChg>
        <pc:grpChg chg="add del">
          <ac:chgData name="Abu Zahed" userId="S::abu15-4716@diu.edu.bd::82e9d348-417f-4c27-9d19-08c35bdc102b" providerId="AD" clId="Web-{10839900-3F5C-6F0C-1106-82A2F002885E}" dt="2026-02-28T03:54:31.470" v="276"/>
          <ac:grpSpMkLst>
            <pc:docMk/>
            <pc:sldMk cId="4067718511" sldId="258"/>
            <ac:grpSpMk id="31" creationId="{A5340E1D-1EEE-8A8A-AEC3-937E62BE1BE3}"/>
          </ac:grpSpMkLst>
        </pc:grpChg>
        <pc:grpChg chg="add del">
          <ac:chgData name="Abu Zahed" userId="S::abu15-4716@diu.edu.bd::82e9d348-417f-4c27-9d19-08c35bdc102b" providerId="AD" clId="Web-{10839900-3F5C-6F0C-1106-82A2F002885E}" dt="2026-02-28T03:54:31.470" v="275"/>
          <ac:grpSpMkLst>
            <pc:docMk/>
            <pc:sldMk cId="4067718511" sldId="258"/>
            <ac:grpSpMk id="32" creationId="{D7BDDC31-806A-94A6-72D5-1200CDCBF96D}"/>
          </ac:grpSpMkLst>
        </pc:grpChg>
      </pc:sldChg>
      <pc:sldChg chg="addSp delSp modSp">
        <pc:chgData name="Abu Zahed" userId="S::abu15-4716@diu.edu.bd::82e9d348-417f-4c27-9d19-08c35bdc102b" providerId="AD" clId="Web-{10839900-3F5C-6F0C-1106-82A2F002885E}" dt="2026-02-28T04:02:15.546" v="374"/>
        <pc:sldMkLst>
          <pc:docMk/>
          <pc:sldMk cId="485673912" sldId="259"/>
        </pc:sldMkLst>
        <pc:spChg chg="mod">
          <ac:chgData name="Abu Zahed" userId="S::abu15-4716@diu.edu.bd::82e9d348-417f-4c27-9d19-08c35bdc102b" providerId="AD" clId="Web-{10839900-3F5C-6F0C-1106-82A2F002885E}" dt="2026-02-28T04:02:15.546" v="374"/>
          <ac:spMkLst>
            <pc:docMk/>
            <pc:sldMk cId="485673912" sldId="259"/>
            <ac:spMk id="2" creationId="{835F77B3-4AAF-1AC0-285B-0B728DB2F8C6}"/>
          </ac:spMkLst>
        </pc:spChg>
        <pc:spChg chg="del">
          <ac:chgData name="Abu Zahed" userId="S::abu15-4716@diu.edu.bd::82e9d348-417f-4c27-9d19-08c35bdc102b" providerId="AD" clId="Web-{10839900-3F5C-6F0C-1106-82A2F002885E}" dt="2026-02-28T03:58:57.526" v="346"/>
          <ac:spMkLst>
            <pc:docMk/>
            <pc:sldMk cId="485673912" sldId="259"/>
            <ac:spMk id="8" creationId="{AC17DE74-01C9-4859-B65A-85CF999E8580}"/>
          </ac:spMkLst>
        </pc:spChg>
        <pc:spChg chg="del">
          <ac:chgData name="Abu Zahed" userId="S::abu15-4716@diu.edu.bd::82e9d348-417f-4c27-9d19-08c35bdc102b" providerId="AD" clId="Web-{10839900-3F5C-6F0C-1106-82A2F002885E}" dt="2026-02-28T03:58:57.526" v="346"/>
          <ac:spMkLst>
            <pc:docMk/>
            <pc:sldMk cId="485673912" sldId="259"/>
            <ac:spMk id="10" creationId="{068C0432-0E90-4CC1-8CD3-D44A90DF07EF}"/>
          </ac:spMkLst>
        </pc:spChg>
        <pc:spChg chg="add del mod">
          <ac:chgData name="Abu Zahed" userId="S::abu15-4716@diu.edu.bd::82e9d348-417f-4c27-9d19-08c35bdc102b" providerId="AD" clId="Web-{10839900-3F5C-6F0C-1106-82A2F002885E}" dt="2026-02-28T03:58:57.526" v="346"/>
          <ac:spMkLst>
            <pc:docMk/>
            <pc:sldMk cId="485673912" sldId="259"/>
            <ac:spMk id="46" creationId="{2840A376-6583-BBE2-F0E5-694C66EE823F}"/>
          </ac:spMkLst>
        </pc:spChg>
        <pc:spChg chg="add del mod">
          <ac:chgData name="Abu Zahed" userId="S::abu15-4716@diu.edu.bd::82e9d348-417f-4c27-9d19-08c35bdc102b" providerId="AD" clId="Web-{10839900-3F5C-6F0C-1106-82A2F002885E}" dt="2026-02-28T03:57:02.851" v="330"/>
          <ac:spMkLst>
            <pc:docMk/>
            <pc:sldMk cId="485673912" sldId="259"/>
            <ac:spMk id="47" creationId="{CCF01321-ABD0-8918-2C96-7B0893DA825C}"/>
          </ac:spMkLst>
        </pc:spChg>
        <pc:spChg chg="add del mod">
          <ac:chgData name="Abu Zahed" userId="S::abu15-4716@diu.edu.bd::82e9d348-417f-4c27-9d19-08c35bdc102b" providerId="AD" clId="Web-{10839900-3F5C-6F0C-1106-82A2F002885E}" dt="2026-02-28T03:57:00.226" v="327"/>
          <ac:spMkLst>
            <pc:docMk/>
            <pc:sldMk cId="485673912" sldId="259"/>
            <ac:spMk id="48" creationId="{40CC75F6-A9BD-F08F-C95C-C95E8A9F82F8}"/>
          </ac:spMkLst>
        </pc:spChg>
        <pc:spChg chg="add del mod">
          <ac:chgData name="Abu Zahed" userId="S::abu15-4716@diu.edu.bd::82e9d348-417f-4c27-9d19-08c35bdc102b" providerId="AD" clId="Web-{10839900-3F5C-6F0C-1106-82A2F002885E}" dt="2026-02-28T03:56:58.742" v="324"/>
          <ac:spMkLst>
            <pc:docMk/>
            <pc:sldMk cId="485673912" sldId="259"/>
            <ac:spMk id="49" creationId="{AD49CC30-CB8A-4F22-D72F-E723A0465AE0}"/>
          </ac:spMkLst>
        </pc:spChg>
        <pc:spChg chg="add del mod">
          <ac:chgData name="Abu Zahed" userId="S::abu15-4716@diu.edu.bd::82e9d348-417f-4c27-9d19-08c35bdc102b" providerId="AD" clId="Web-{10839900-3F5C-6F0C-1106-82A2F002885E}" dt="2026-02-28T03:58:07.916" v="345"/>
          <ac:spMkLst>
            <pc:docMk/>
            <pc:sldMk cId="485673912" sldId="259"/>
            <ac:spMk id="51" creationId="{369B05F3-10F3-6785-B2C7-34CB50C15ED9}"/>
          </ac:spMkLst>
        </pc:spChg>
        <pc:spChg chg="add del">
          <ac:chgData name="Abu Zahed" userId="S::abu15-4716@diu.edu.bd::82e9d348-417f-4c27-9d19-08c35bdc102b" providerId="AD" clId="Web-{10839900-3F5C-6F0C-1106-82A2F002885E}" dt="2026-02-28T04:02:15.546" v="374"/>
          <ac:spMkLst>
            <pc:docMk/>
            <pc:sldMk cId="485673912" sldId="259"/>
            <ac:spMk id="52" creationId="{6D1A2CED-DA9B-4CCF-8215-CFC65FE71603}"/>
          </ac:spMkLst>
        </pc:spChg>
        <pc:spChg chg="add del mod">
          <ac:chgData name="Abu Zahed" userId="S::abu15-4716@diu.edu.bd::82e9d348-417f-4c27-9d19-08c35bdc102b" providerId="AD" clId="Web-{10839900-3F5C-6F0C-1106-82A2F002885E}" dt="2026-02-28T03:58:02.650" v="344"/>
          <ac:spMkLst>
            <pc:docMk/>
            <pc:sldMk cId="485673912" sldId="259"/>
            <ac:spMk id="53" creationId="{FB4C7BEE-95E8-3506-1E83-E44B06FC0A1A}"/>
          </ac:spMkLst>
        </pc:spChg>
        <pc:spChg chg="add del">
          <ac:chgData name="Abu Zahed" userId="S::abu15-4716@diu.edu.bd::82e9d348-417f-4c27-9d19-08c35bdc102b" providerId="AD" clId="Web-{10839900-3F5C-6F0C-1106-82A2F002885E}" dt="2026-02-28T04:02:15.546" v="374"/>
          <ac:spMkLst>
            <pc:docMk/>
            <pc:sldMk cId="485673912" sldId="259"/>
            <ac:spMk id="54" creationId="{562DFC44-A40C-4573-9230-B3EDB3EC8EEB}"/>
          </ac:spMkLst>
        </pc:spChg>
        <pc:spChg chg="add del mod">
          <ac:chgData name="Abu Zahed" userId="S::abu15-4716@diu.edu.bd::82e9d348-417f-4c27-9d19-08c35bdc102b" providerId="AD" clId="Web-{10839900-3F5C-6F0C-1106-82A2F002885E}" dt="2026-02-28T03:57:56.525" v="342"/>
          <ac:spMkLst>
            <pc:docMk/>
            <pc:sldMk cId="485673912" sldId="259"/>
            <ac:spMk id="55" creationId="{054BD7AA-8498-1E75-2198-FA5855431823}"/>
          </ac:spMkLst>
        </pc:spChg>
        <pc:spChg chg="add del">
          <ac:chgData name="Abu Zahed" userId="S::abu15-4716@diu.edu.bd::82e9d348-417f-4c27-9d19-08c35bdc102b" providerId="AD" clId="Web-{10839900-3F5C-6F0C-1106-82A2F002885E}" dt="2026-02-28T04:02:15.546" v="374"/>
          <ac:spMkLst>
            <pc:docMk/>
            <pc:sldMk cId="485673912" sldId="259"/>
            <ac:spMk id="56" creationId="{15589D35-CF9F-4DE9-A792-8571A09E9BC9}"/>
          </ac:spMkLst>
        </pc:spChg>
        <pc:spChg chg="add del">
          <ac:chgData name="Abu Zahed" userId="S::abu15-4716@diu.edu.bd::82e9d348-417f-4c27-9d19-08c35bdc102b" providerId="AD" clId="Web-{10839900-3F5C-6F0C-1106-82A2F002885E}" dt="2026-02-28T04:02:15.546" v="374"/>
          <ac:spMkLst>
            <pc:docMk/>
            <pc:sldMk cId="485673912" sldId="259"/>
            <ac:spMk id="61" creationId="{2E442304-DDBD-4F7B-8017-36BCC863FB40}"/>
          </ac:spMkLst>
        </pc:spChg>
        <pc:spChg chg="add del">
          <ac:chgData name="Abu Zahed" userId="S::abu15-4716@diu.edu.bd::82e9d348-417f-4c27-9d19-08c35bdc102b" providerId="AD" clId="Web-{10839900-3F5C-6F0C-1106-82A2F002885E}" dt="2026-02-28T04:02:15.546" v="374"/>
          <ac:spMkLst>
            <pc:docMk/>
            <pc:sldMk cId="485673912" sldId="259"/>
            <ac:spMk id="63" creationId="{5E107275-3853-46FD-A241-DE4355A42675}"/>
          </ac:spMkLst>
        </pc:spChg>
        <pc:spChg chg="add del">
          <ac:chgData name="Abu Zahed" userId="S::abu15-4716@diu.edu.bd::82e9d348-417f-4c27-9d19-08c35bdc102b" providerId="AD" clId="Web-{10839900-3F5C-6F0C-1106-82A2F002885E}" dt="2026-02-28T04:02:14.264" v="373"/>
          <ac:spMkLst>
            <pc:docMk/>
            <pc:sldMk cId="485673912" sldId="259"/>
            <ac:spMk id="68" creationId="{BACC6370-2D7E-4714-9D71-7542949D7D5D}"/>
          </ac:spMkLst>
        </pc:spChg>
        <pc:spChg chg="add del">
          <ac:chgData name="Abu Zahed" userId="S::abu15-4716@diu.edu.bd::82e9d348-417f-4c27-9d19-08c35bdc102b" providerId="AD" clId="Web-{10839900-3F5C-6F0C-1106-82A2F002885E}" dt="2026-02-28T04:02:14.264" v="373"/>
          <ac:spMkLst>
            <pc:docMk/>
            <pc:sldMk cId="485673912" sldId="259"/>
            <ac:spMk id="70" creationId="{F68B3F68-107C-434F-AA38-110D5EA91B85}"/>
          </ac:spMkLst>
        </pc:spChg>
        <pc:spChg chg="add del">
          <ac:chgData name="Abu Zahed" userId="S::abu15-4716@diu.edu.bd::82e9d348-417f-4c27-9d19-08c35bdc102b" providerId="AD" clId="Web-{10839900-3F5C-6F0C-1106-82A2F002885E}" dt="2026-02-28T04:02:14.264" v="373"/>
          <ac:spMkLst>
            <pc:docMk/>
            <pc:sldMk cId="485673912" sldId="259"/>
            <ac:spMk id="72" creationId="{AAD0DBB9-1A4B-4391-81D4-CB19F9AB918A}"/>
          </ac:spMkLst>
        </pc:spChg>
        <pc:spChg chg="add del">
          <ac:chgData name="Abu Zahed" userId="S::abu15-4716@diu.edu.bd::82e9d348-417f-4c27-9d19-08c35bdc102b" providerId="AD" clId="Web-{10839900-3F5C-6F0C-1106-82A2F002885E}" dt="2026-02-28T04:02:14.264" v="373"/>
          <ac:spMkLst>
            <pc:docMk/>
            <pc:sldMk cId="485673912" sldId="259"/>
            <ac:spMk id="74" creationId="{063BBA22-50EA-4C4D-BE05-F1CE4E63AA56}"/>
          </ac:spMkLst>
        </pc:spChg>
        <pc:spChg chg="add del">
          <ac:chgData name="Abu Zahed" userId="S::abu15-4716@diu.edu.bd::82e9d348-417f-4c27-9d19-08c35bdc102b" providerId="AD" clId="Web-{10839900-3F5C-6F0C-1106-82A2F002885E}" dt="2026-02-28T04:01:44.311" v="367"/>
          <ac:spMkLst>
            <pc:docMk/>
            <pc:sldMk cId="485673912" sldId="259"/>
            <ac:spMk id="79" creationId="{7517A47C-B2E5-4B79-8061-D74B1311AF6E}"/>
          </ac:spMkLst>
        </pc:spChg>
        <pc:spChg chg="add del">
          <ac:chgData name="Abu Zahed" userId="S::abu15-4716@diu.edu.bd::82e9d348-417f-4c27-9d19-08c35bdc102b" providerId="AD" clId="Web-{10839900-3F5C-6F0C-1106-82A2F002885E}" dt="2026-02-28T04:01:44.311" v="367"/>
          <ac:spMkLst>
            <pc:docMk/>
            <pc:sldMk cId="485673912" sldId="259"/>
            <ac:spMk id="81" creationId="{C505E780-2083-4CB5-A42A-5E0E2908ECC3}"/>
          </ac:spMkLst>
        </pc:spChg>
        <pc:spChg chg="add del">
          <ac:chgData name="Abu Zahed" userId="S::abu15-4716@diu.edu.bd::82e9d348-417f-4c27-9d19-08c35bdc102b" providerId="AD" clId="Web-{10839900-3F5C-6F0C-1106-82A2F002885E}" dt="2026-02-28T04:01:44.311" v="367"/>
          <ac:spMkLst>
            <pc:docMk/>
            <pc:sldMk cId="485673912" sldId="259"/>
            <ac:spMk id="83" creationId="{D2C0AE1C-0118-41AE-8A10-7CDCBF10E96F}"/>
          </ac:spMkLst>
        </pc:spChg>
        <pc:spChg chg="add del">
          <ac:chgData name="Abu Zahed" userId="S::abu15-4716@diu.edu.bd::82e9d348-417f-4c27-9d19-08c35bdc102b" providerId="AD" clId="Web-{10839900-3F5C-6F0C-1106-82A2F002885E}" dt="2026-02-28T04:01:44.311" v="367"/>
          <ac:spMkLst>
            <pc:docMk/>
            <pc:sldMk cId="485673912" sldId="259"/>
            <ac:spMk id="85" creationId="{463EEC44-1BA3-44ED-81FC-A644B04B2A44}"/>
          </ac:spMkLst>
        </pc:spChg>
        <pc:spChg chg="add del">
          <ac:chgData name="Abu Zahed" userId="S::abu15-4716@diu.edu.bd::82e9d348-417f-4c27-9d19-08c35bdc102b" providerId="AD" clId="Web-{10839900-3F5C-6F0C-1106-82A2F002885E}" dt="2026-02-28T04:02:06.874" v="369"/>
          <ac:spMkLst>
            <pc:docMk/>
            <pc:sldMk cId="485673912" sldId="259"/>
            <ac:spMk id="87" creationId="{BACC6370-2D7E-4714-9D71-7542949D7D5D}"/>
          </ac:spMkLst>
        </pc:spChg>
        <pc:spChg chg="add del">
          <ac:chgData name="Abu Zahed" userId="S::abu15-4716@diu.edu.bd::82e9d348-417f-4c27-9d19-08c35bdc102b" providerId="AD" clId="Web-{10839900-3F5C-6F0C-1106-82A2F002885E}" dt="2026-02-28T04:02:06.874" v="369"/>
          <ac:spMkLst>
            <pc:docMk/>
            <pc:sldMk cId="485673912" sldId="259"/>
            <ac:spMk id="88" creationId="{F68B3F68-107C-434F-AA38-110D5EA91B85}"/>
          </ac:spMkLst>
        </pc:spChg>
        <pc:spChg chg="add del">
          <ac:chgData name="Abu Zahed" userId="S::abu15-4716@diu.edu.bd::82e9d348-417f-4c27-9d19-08c35bdc102b" providerId="AD" clId="Web-{10839900-3F5C-6F0C-1106-82A2F002885E}" dt="2026-02-28T04:02:06.874" v="369"/>
          <ac:spMkLst>
            <pc:docMk/>
            <pc:sldMk cId="485673912" sldId="259"/>
            <ac:spMk id="89" creationId="{AAD0DBB9-1A4B-4391-81D4-CB19F9AB918A}"/>
          </ac:spMkLst>
        </pc:spChg>
        <pc:spChg chg="add del">
          <ac:chgData name="Abu Zahed" userId="S::abu15-4716@diu.edu.bd::82e9d348-417f-4c27-9d19-08c35bdc102b" providerId="AD" clId="Web-{10839900-3F5C-6F0C-1106-82A2F002885E}" dt="2026-02-28T04:02:06.874" v="369"/>
          <ac:spMkLst>
            <pc:docMk/>
            <pc:sldMk cId="485673912" sldId="259"/>
            <ac:spMk id="90" creationId="{063BBA22-50EA-4C4D-BE05-F1CE4E63AA56}"/>
          </ac:spMkLst>
        </pc:spChg>
        <pc:spChg chg="add del">
          <ac:chgData name="Abu Zahed" userId="S::abu15-4716@diu.edu.bd::82e9d348-417f-4c27-9d19-08c35bdc102b" providerId="AD" clId="Web-{10839900-3F5C-6F0C-1106-82A2F002885E}" dt="2026-02-28T04:02:10.014" v="371"/>
          <ac:spMkLst>
            <pc:docMk/>
            <pc:sldMk cId="485673912" sldId="259"/>
            <ac:spMk id="92" creationId="{BACC6370-2D7E-4714-9D71-7542949D7D5D}"/>
          </ac:spMkLst>
        </pc:spChg>
        <pc:spChg chg="add del">
          <ac:chgData name="Abu Zahed" userId="S::abu15-4716@diu.edu.bd::82e9d348-417f-4c27-9d19-08c35bdc102b" providerId="AD" clId="Web-{10839900-3F5C-6F0C-1106-82A2F002885E}" dt="2026-02-28T04:02:10.014" v="371"/>
          <ac:spMkLst>
            <pc:docMk/>
            <pc:sldMk cId="485673912" sldId="259"/>
            <ac:spMk id="93" creationId="{F68B3F68-107C-434F-AA38-110D5EA91B85}"/>
          </ac:spMkLst>
        </pc:spChg>
        <pc:spChg chg="add del">
          <ac:chgData name="Abu Zahed" userId="S::abu15-4716@diu.edu.bd::82e9d348-417f-4c27-9d19-08c35bdc102b" providerId="AD" clId="Web-{10839900-3F5C-6F0C-1106-82A2F002885E}" dt="2026-02-28T04:02:10.014" v="371"/>
          <ac:spMkLst>
            <pc:docMk/>
            <pc:sldMk cId="485673912" sldId="259"/>
            <ac:spMk id="94" creationId="{AAD0DBB9-1A4B-4391-81D4-CB19F9AB918A}"/>
          </ac:spMkLst>
        </pc:spChg>
        <pc:spChg chg="add del">
          <ac:chgData name="Abu Zahed" userId="S::abu15-4716@diu.edu.bd::82e9d348-417f-4c27-9d19-08c35bdc102b" providerId="AD" clId="Web-{10839900-3F5C-6F0C-1106-82A2F002885E}" dt="2026-02-28T04:02:10.014" v="371"/>
          <ac:spMkLst>
            <pc:docMk/>
            <pc:sldMk cId="485673912" sldId="259"/>
            <ac:spMk id="95" creationId="{063BBA22-50EA-4C4D-BE05-F1CE4E63AA56}"/>
          </ac:spMkLst>
        </pc:spChg>
        <pc:graphicFrameChg chg="del">
          <ac:chgData name="Abu Zahed" userId="S::abu15-4716@diu.edu.bd::82e9d348-417f-4c27-9d19-08c35bdc102b" providerId="AD" clId="Web-{10839900-3F5C-6F0C-1106-82A2F002885E}" dt="2026-02-28T03:54:51.612" v="299"/>
          <ac:graphicFrameMkLst>
            <pc:docMk/>
            <pc:sldMk cId="485673912" sldId="259"/>
            <ac:graphicFrameMk id="12" creationId="{DE42A759-A51A-DD35-4B5E-594F68009D01}"/>
          </ac:graphicFrameMkLst>
        </pc:graphicFrameChg>
        <pc:graphicFrameChg chg="add mod modGraphic">
          <ac:chgData name="Abu Zahed" userId="S::abu15-4716@diu.edu.bd::82e9d348-417f-4c27-9d19-08c35bdc102b" providerId="AD" clId="Web-{10839900-3F5C-6F0C-1106-82A2F002885E}" dt="2026-02-28T04:02:15.546" v="374"/>
          <ac:graphicFrameMkLst>
            <pc:docMk/>
            <pc:sldMk cId="485673912" sldId="259"/>
            <ac:graphicFrameMk id="50" creationId="{769B4052-BCCE-B6B2-D5B9-19ACF9334436}"/>
          </ac:graphicFrameMkLst>
        </pc:graphicFrameChg>
      </pc:sldChg>
      <pc:sldChg chg="add replId">
        <pc:chgData name="Abu Zahed" userId="S::abu15-4716@diu.edu.bd::82e9d348-417f-4c27-9d19-08c35bdc102b" providerId="AD" clId="Web-{10839900-3F5C-6F0C-1106-82A2F002885E}" dt="2026-02-28T03:54:43.221" v="295"/>
        <pc:sldMkLst>
          <pc:docMk/>
          <pc:sldMk cId="3858339014" sldId="275"/>
        </pc:sldMkLst>
      </pc:sldChg>
    </pc:docChg>
  </pc:docChgLst>
  <pc:docChgLst>
    <pc:chgData name="Abu Zahed" userId="S::abu15-4716@diu.edu.bd::82e9d348-417f-4c27-9d19-08c35bdc102b" providerId="AD" clId="Web-{9D4CA02C-37B7-4107-564C-90370E49BC1F}"/>
    <pc:docChg chg="delSld modSld">
      <pc:chgData name="Abu Zahed" userId="S::abu15-4716@diu.edu.bd::82e9d348-417f-4c27-9d19-08c35bdc102b" providerId="AD" clId="Web-{9D4CA02C-37B7-4107-564C-90370E49BC1F}" dt="2026-02-28T04:23:30.172" v="56" actId="1076"/>
      <pc:docMkLst>
        <pc:docMk/>
      </pc:docMkLst>
      <pc:sldChg chg="modSp">
        <pc:chgData name="Abu Zahed" userId="S::abu15-4716@diu.edu.bd::82e9d348-417f-4c27-9d19-08c35bdc102b" providerId="AD" clId="Web-{9D4CA02C-37B7-4107-564C-90370E49BC1F}" dt="2026-02-28T04:22:38.888" v="42" actId="20577"/>
        <pc:sldMkLst>
          <pc:docMk/>
          <pc:sldMk cId="1839090532" sldId="256"/>
        </pc:sldMkLst>
        <pc:spChg chg="mod">
          <ac:chgData name="Abu Zahed" userId="S::abu15-4716@diu.edu.bd::82e9d348-417f-4c27-9d19-08c35bdc102b" providerId="AD" clId="Web-{9D4CA02C-37B7-4107-564C-90370E49BC1F}" dt="2026-02-28T04:17:39.106" v="11" actId="20577"/>
          <ac:spMkLst>
            <pc:docMk/>
            <pc:sldMk cId="1839090532" sldId="256"/>
            <ac:spMk id="2" creationId="{66227E12-4BFF-8665-E779-1F1BFA666DAF}"/>
          </ac:spMkLst>
        </pc:spChg>
        <pc:spChg chg="mod">
          <ac:chgData name="Abu Zahed" userId="S::abu15-4716@diu.edu.bd::82e9d348-417f-4c27-9d19-08c35bdc102b" providerId="AD" clId="Web-{9D4CA02C-37B7-4107-564C-90370E49BC1F}" dt="2026-02-28T04:22:38.888" v="42" actId="20577"/>
          <ac:spMkLst>
            <pc:docMk/>
            <pc:sldMk cId="1839090532" sldId="256"/>
            <ac:spMk id="6" creationId="{082ACE52-5621-5E70-0E4A-91971A8137F9}"/>
          </ac:spMkLst>
        </pc:spChg>
      </pc:sldChg>
      <pc:sldChg chg="modSp">
        <pc:chgData name="Abu Zahed" userId="S::abu15-4716@diu.edu.bd::82e9d348-417f-4c27-9d19-08c35bdc102b" providerId="AD" clId="Web-{9D4CA02C-37B7-4107-564C-90370E49BC1F}" dt="2026-02-28T04:18:44.309" v="24" actId="1076"/>
        <pc:sldMkLst>
          <pc:docMk/>
          <pc:sldMk cId="485673912" sldId="259"/>
        </pc:sldMkLst>
        <pc:spChg chg="mod">
          <ac:chgData name="Abu Zahed" userId="S::abu15-4716@diu.edu.bd::82e9d348-417f-4c27-9d19-08c35bdc102b" providerId="AD" clId="Web-{9D4CA02C-37B7-4107-564C-90370E49BC1F}" dt="2026-02-28T04:18:10.184" v="16"/>
          <ac:spMkLst>
            <pc:docMk/>
            <pc:sldMk cId="485673912" sldId="259"/>
            <ac:spMk id="2" creationId="{835F77B3-4AAF-1AC0-285B-0B728DB2F8C6}"/>
          </ac:spMkLst>
        </pc:spChg>
        <pc:graphicFrameChg chg="mod">
          <ac:chgData name="Abu Zahed" userId="S::abu15-4716@diu.edu.bd::82e9d348-417f-4c27-9d19-08c35bdc102b" providerId="AD" clId="Web-{9D4CA02C-37B7-4107-564C-90370E49BC1F}" dt="2026-02-28T04:18:36.294" v="21" actId="1076"/>
          <ac:graphicFrameMkLst>
            <pc:docMk/>
            <pc:sldMk cId="485673912" sldId="259"/>
            <ac:graphicFrameMk id="50" creationId="{769B4052-BCCE-B6B2-D5B9-19ACF9334436}"/>
          </ac:graphicFrameMkLst>
        </pc:graphicFrameChg>
        <pc:graphicFrameChg chg="mod modGraphic">
          <ac:chgData name="Abu Zahed" userId="S::abu15-4716@diu.edu.bd::82e9d348-417f-4c27-9d19-08c35bdc102b" providerId="AD" clId="Web-{9D4CA02C-37B7-4107-564C-90370E49BC1F}" dt="2026-02-28T04:18:39.356" v="22" actId="1076"/>
          <ac:graphicFrameMkLst>
            <pc:docMk/>
            <pc:sldMk cId="485673912" sldId="259"/>
            <ac:graphicFrameMk id="479" creationId="{D74A6766-8610-D8B1-4930-F399E52F5160}"/>
          </ac:graphicFrameMkLst>
        </pc:graphicFrameChg>
        <pc:graphicFrameChg chg="mod">
          <ac:chgData name="Abu Zahed" userId="S::abu15-4716@diu.edu.bd::82e9d348-417f-4c27-9d19-08c35bdc102b" providerId="AD" clId="Web-{9D4CA02C-37B7-4107-564C-90370E49BC1F}" dt="2026-02-28T04:18:41.887" v="23" actId="1076"/>
          <ac:graphicFrameMkLst>
            <pc:docMk/>
            <pc:sldMk cId="485673912" sldId="259"/>
            <ac:graphicFrameMk id="564" creationId="{7316EE6A-1B66-3B9B-B870-781DD82E939C}"/>
          </ac:graphicFrameMkLst>
        </pc:graphicFrameChg>
        <pc:graphicFrameChg chg="mod modGraphic">
          <ac:chgData name="Abu Zahed" userId="S::abu15-4716@diu.edu.bd::82e9d348-417f-4c27-9d19-08c35bdc102b" providerId="AD" clId="Web-{9D4CA02C-37B7-4107-564C-90370E49BC1F}" dt="2026-02-28T04:18:44.309" v="24" actId="1076"/>
          <ac:graphicFrameMkLst>
            <pc:docMk/>
            <pc:sldMk cId="485673912" sldId="259"/>
            <ac:graphicFrameMk id="571" creationId="{57D9567D-C0BC-3679-2F2E-3F2947732568}"/>
          </ac:graphicFrameMkLst>
        </pc:graphicFrameChg>
      </pc:sldChg>
      <pc:sldChg chg="modSp">
        <pc:chgData name="Abu Zahed" userId="S::abu15-4716@diu.edu.bd::82e9d348-417f-4c27-9d19-08c35bdc102b" providerId="AD" clId="Web-{9D4CA02C-37B7-4107-564C-90370E49BC1F}" dt="2026-02-28T04:19:06.278" v="26"/>
        <pc:sldMkLst>
          <pc:docMk/>
          <pc:sldMk cId="2876895184" sldId="260"/>
        </pc:sldMkLst>
        <pc:spChg chg="mod">
          <ac:chgData name="Abu Zahed" userId="S::abu15-4716@diu.edu.bd::82e9d348-417f-4c27-9d19-08c35bdc102b" providerId="AD" clId="Web-{9D4CA02C-37B7-4107-564C-90370E49BC1F}" dt="2026-02-28T04:19:06.247" v="25"/>
          <ac:spMkLst>
            <pc:docMk/>
            <pc:sldMk cId="2876895184" sldId="260"/>
            <ac:spMk id="2" creationId="{35C37EDA-F6D9-3294-271C-4E7CB85A2119}"/>
          </ac:spMkLst>
        </pc:spChg>
        <pc:spChg chg="mod">
          <ac:chgData name="Abu Zahed" userId="S::abu15-4716@diu.edu.bd::82e9d348-417f-4c27-9d19-08c35bdc102b" providerId="AD" clId="Web-{9D4CA02C-37B7-4107-564C-90370E49BC1F}" dt="2026-02-28T04:19:06.278" v="26"/>
          <ac:spMkLst>
            <pc:docMk/>
            <pc:sldMk cId="2876895184" sldId="260"/>
            <ac:spMk id="46" creationId="{A9612F3F-F9BD-F4A0-E645-3D2ABD7E1C38}"/>
          </ac:spMkLst>
        </pc:spChg>
      </pc:sldChg>
      <pc:sldChg chg="modSp">
        <pc:chgData name="Abu Zahed" userId="S::abu15-4716@diu.edu.bd::82e9d348-417f-4c27-9d19-08c35bdc102b" providerId="AD" clId="Web-{9D4CA02C-37B7-4107-564C-90370E49BC1F}" dt="2026-02-28T04:23:11.107" v="55" actId="20577"/>
        <pc:sldMkLst>
          <pc:docMk/>
          <pc:sldMk cId="4250714549" sldId="261"/>
        </pc:sldMkLst>
        <pc:spChg chg="mod">
          <ac:chgData name="Abu Zahed" userId="S::abu15-4716@diu.edu.bd::82e9d348-417f-4c27-9d19-08c35bdc102b" providerId="AD" clId="Web-{9D4CA02C-37B7-4107-564C-90370E49BC1F}" dt="2026-02-28T04:19:15.012" v="29"/>
          <ac:spMkLst>
            <pc:docMk/>
            <pc:sldMk cId="4250714549" sldId="261"/>
            <ac:spMk id="2" creationId="{53BF2E8B-2D41-4280-9779-C33EB043F077}"/>
          </ac:spMkLst>
        </pc:spChg>
        <pc:spChg chg="mod">
          <ac:chgData name="Abu Zahed" userId="S::abu15-4716@diu.edu.bd::82e9d348-417f-4c27-9d19-08c35bdc102b" providerId="AD" clId="Web-{9D4CA02C-37B7-4107-564C-90370E49BC1F}" dt="2026-02-28T04:23:11.107" v="55" actId="20577"/>
          <ac:spMkLst>
            <pc:docMk/>
            <pc:sldMk cId="4250714549" sldId="261"/>
            <ac:spMk id="25" creationId="{B32E7213-7483-B24D-E057-599545E72DF4}"/>
          </ac:spMkLst>
        </pc:spChg>
        <pc:spChg chg="mod">
          <ac:chgData name="Abu Zahed" userId="S::abu15-4716@diu.edu.bd::82e9d348-417f-4c27-9d19-08c35bdc102b" providerId="AD" clId="Web-{9D4CA02C-37B7-4107-564C-90370E49BC1F}" dt="2026-02-28T04:19:14.981" v="27"/>
          <ac:spMkLst>
            <pc:docMk/>
            <pc:sldMk cId="4250714549" sldId="261"/>
            <ac:spMk id="41" creationId="{EF4D8839-FB03-487D-ACC8-8BFEDD4FEBAE}"/>
          </ac:spMkLst>
        </pc:spChg>
        <pc:spChg chg="mod">
          <ac:chgData name="Abu Zahed" userId="S::abu15-4716@diu.edu.bd::82e9d348-417f-4c27-9d19-08c35bdc102b" providerId="AD" clId="Web-{9D4CA02C-37B7-4107-564C-90370E49BC1F}" dt="2026-02-28T04:19:14.981" v="28"/>
          <ac:spMkLst>
            <pc:docMk/>
            <pc:sldMk cId="4250714549" sldId="261"/>
            <ac:spMk id="47" creationId="{0EF75023-9A3B-42FC-B704-61A8F7BEF415}"/>
          </ac:spMkLst>
        </pc:spChg>
      </pc:sldChg>
      <pc:sldChg chg="modSp">
        <pc:chgData name="Abu Zahed" userId="S::abu15-4716@diu.edu.bd::82e9d348-417f-4c27-9d19-08c35bdc102b" providerId="AD" clId="Web-{9D4CA02C-37B7-4107-564C-90370E49BC1F}" dt="2026-02-28T04:19:30.419" v="36" actId="20577"/>
        <pc:sldMkLst>
          <pc:docMk/>
          <pc:sldMk cId="75368286" sldId="262"/>
        </pc:sldMkLst>
        <pc:spChg chg="mod">
          <ac:chgData name="Abu Zahed" userId="S::abu15-4716@diu.edu.bd::82e9d348-417f-4c27-9d19-08c35bdc102b" providerId="AD" clId="Web-{9D4CA02C-37B7-4107-564C-90370E49BC1F}" dt="2026-02-28T04:19:30.419" v="36" actId="20577"/>
          <ac:spMkLst>
            <pc:docMk/>
            <pc:sldMk cId="75368286" sldId="262"/>
            <ac:spMk id="2" creationId="{F9373DA2-8268-18A3-FDA1-B769C9CAD0E6}"/>
          </ac:spMkLst>
        </pc:spChg>
        <pc:spChg chg="mod">
          <ac:chgData name="Abu Zahed" userId="S::abu15-4716@diu.edu.bd::82e9d348-417f-4c27-9d19-08c35bdc102b" providerId="AD" clId="Web-{9D4CA02C-37B7-4107-564C-90370E49BC1F}" dt="2026-02-28T04:19:25.356" v="33" actId="20577"/>
          <ac:spMkLst>
            <pc:docMk/>
            <pc:sldMk cId="75368286" sldId="262"/>
            <ac:spMk id="3" creationId="{C2BD9A39-E9A5-5C01-379B-4C1A799207E4}"/>
          </ac:spMkLst>
        </pc:spChg>
        <pc:spChg chg="mod">
          <ac:chgData name="Abu Zahed" userId="S::abu15-4716@diu.edu.bd::82e9d348-417f-4c27-9d19-08c35bdc102b" providerId="AD" clId="Web-{9D4CA02C-37B7-4107-564C-90370E49BC1F}" dt="2026-02-28T04:19:20.434" v="31"/>
          <ac:spMkLst>
            <pc:docMk/>
            <pc:sldMk cId="75368286" sldId="262"/>
            <ac:spMk id="40" creationId="{3A9A4357-BD1D-4622-A4FE-766E6AB8DE84}"/>
          </ac:spMkLst>
        </pc:spChg>
      </pc:sldChg>
      <pc:sldChg chg="modSp">
        <pc:chgData name="Abu Zahed" userId="S::abu15-4716@diu.edu.bd::82e9d348-417f-4c27-9d19-08c35bdc102b" providerId="AD" clId="Web-{9D4CA02C-37B7-4107-564C-90370E49BC1F}" dt="2026-02-28T04:23:30.172" v="56" actId="1076"/>
        <pc:sldMkLst>
          <pc:docMk/>
          <pc:sldMk cId="2801723487" sldId="268"/>
        </pc:sldMkLst>
        <pc:graphicFrameChg chg="mod">
          <ac:chgData name="Abu Zahed" userId="S::abu15-4716@diu.edu.bd::82e9d348-417f-4c27-9d19-08c35bdc102b" providerId="AD" clId="Web-{9D4CA02C-37B7-4107-564C-90370E49BC1F}" dt="2026-02-28T04:23:30.172" v="56" actId="1076"/>
          <ac:graphicFrameMkLst>
            <pc:docMk/>
            <pc:sldMk cId="2801723487" sldId="268"/>
            <ac:graphicFrameMk id="38" creationId="{CBAE840F-F061-061F-2B7D-C78DC16AF006}"/>
          </ac:graphicFrameMkLst>
        </pc:graphicFrameChg>
      </pc:sldChg>
      <pc:sldChg chg="modSp del">
        <pc:chgData name="Abu Zahed" userId="S::abu15-4716@diu.edu.bd::82e9d348-417f-4c27-9d19-08c35bdc102b" providerId="AD" clId="Web-{9D4CA02C-37B7-4107-564C-90370E49BC1F}" dt="2026-02-28T04:21:31.935" v="38"/>
        <pc:sldMkLst>
          <pc:docMk/>
          <pc:sldMk cId="3609282739" sldId="273"/>
        </pc:sldMkLst>
        <pc:spChg chg="mod">
          <ac:chgData name="Abu Zahed" userId="S::abu15-4716@diu.edu.bd::82e9d348-417f-4c27-9d19-08c35bdc102b" providerId="AD" clId="Web-{9D4CA02C-37B7-4107-564C-90370E49BC1F}" dt="2026-02-28T04:21:30.325" v="37" actId="20577"/>
          <ac:spMkLst>
            <pc:docMk/>
            <pc:sldMk cId="3609282739" sldId="273"/>
            <ac:spMk id="3" creationId="{C896BF4D-B602-3980-C3C6-716477EBF6DC}"/>
          </ac:spMkLst>
        </pc:spChg>
      </pc:sldChg>
    </pc:docChg>
  </pc:docChgLst>
  <pc:docChgLst>
    <pc:chgData name="Abu Zahed" userId="S::abu15-4716@diu.edu.bd::82e9d348-417f-4c27-9d19-08c35bdc102b" providerId="AD" clId="Web-{72F6B1E0-358F-CB82-B38B-AB9C1F87EFBA}"/>
    <pc:docChg chg="modSld">
      <pc:chgData name="Abu Zahed" userId="S::abu15-4716@diu.edu.bd::82e9d348-417f-4c27-9d19-08c35bdc102b" providerId="AD" clId="Web-{72F6B1E0-358F-CB82-B38B-AB9C1F87EFBA}" dt="2026-03-01T02:07:32.211" v="12" actId="20577"/>
      <pc:docMkLst>
        <pc:docMk/>
      </pc:docMkLst>
      <pc:sldChg chg="modSp">
        <pc:chgData name="Abu Zahed" userId="S::abu15-4716@diu.edu.bd::82e9d348-417f-4c27-9d19-08c35bdc102b" providerId="AD" clId="Web-{72F6B1E0-358F-CB82-B38B-AB9C1F87EFBA}" dt="2026-03-01T02:06:46.428" v="5" actId="20577"/>
        <pc:sldMkLst>
          <pc:docMk/>
          <pc:sldMk cId="75368286" sldId="262"/>
        </pc:sldMkLst>
        <pc:spChg chg="mod">
          <ac:chgData name="Abu Zahed" userId="S::abu15-4716@diu.edu.bd::82e9d348-417f-4c27-9d19-08c35bdc102b" providerId="AD" clId="Web-{72F6B1E0-358F-CB82-B38B-AB9C1F87EFBA}" dt="2026-03-01T02:06:12.780" v="0" actId="20577"/>
          <ac:spMkLst>
            <pc:docMk/>
            <pc:sldMk cId="75368286" sldId="262"/>
            <ac:spMk id="2" creationId="{F9373DA2-8268-18A3-FDA1-B769C9CAD0E6}"/>
          </ac:spMkLst>
        </pc:spChg>
        <pc:spChg chg="mod">
          <ac:chgData name="Abu Zahed" userId="S::abu15-4716@diu.edu.bd::82e9d348-417f-4c27-9d19-08c35bdc102b" providerId="AD" clId="Web-{72F6B1E0-358F-CB82-B38B-AB9C1F87EFBA}" dt="2026-03-01T02:06:46.428" v="5" actId="20577"/>
          <ac:spMkLst>
            <pc:docMk/>
            <pc:sldMk cId="75368286" sldId="262"/>
            <ac:spMk id="3" creationId="{C2BD9A39-E9A5-5C01-379B-4C1A799207E4}"/>
          </ac:spMkLst>
        </pc:spChg>
      </pc:sldChg>
      <pc:sldChg chg="modSp">
        <pc:chgData name="Abu Zahed" userId="S::abu15-4716@diu.edu.bd::82e9d348-417f-4c27-9d19-08c35bdc102b" providerId="AD" clId="Web-{72F6B1E0-358F-CB82-B38B-AB9C1F87EFBA}" dt="2026-03-01T02:07:32.211" v="12" actId="20577"/>
        <pc:sldMkLst>
          <pc:docMk/>
          <pc:sldMk cId="2801723487" sldId="268"/>
        </pc:sldMkLst>
        <pc:graphicFrameChg chg="modGraphic">
          <ac:chgData name="Abu Zahed" userId="S::abu15-4716@diu.edu.bd::82e9d348-417f-4c27-9d19-08c35bdc102b" providerId="AD" clId="Web-{72F6B1E0-358F-CB82-B38B-AB9C1F87EFBA}" dt="2026-03-01T02:07:32.211" v="12" actId="20577"/>
          <ac:graphicFrameMkLst>
            <pc:docMk/>
            <pc:sldMk cId="2801723487" sldId="268"/>
            <ac:graphicFrameMk id="38" creationId="{CBAE840F-F061-061F-2B7D-C78DC16AF006}"/>
          </ac:graphicFrameMkLst>
        </pc:graphicFrameChg>
      </pc:sldChg>
    </pc:docChg>
  </pc:docChgLst>
  <pc:docChgLst>
    <pc:chgData name="Abu Zahed" userId="S::abu15-4716@diu.edu.bd::82e9d348-417f-4c27-9d19-08c35bdc102b" providerId="AD" clId="Web-{22F103E8-ABB1-7AC9-650E-5AEE270C8EE3}"/>
    <pc:docChg chg="modSld">
      <pc:chgData name="Abu Zahed" userId="S::abu15-4716@diu.edu.bd::82e9d348-417f-4c27-9d19-08c35bdc102b" providerId="AD" clId="Web-{22F103E8-ABB1-7AC9-650E-5AEE270C8EE3}" dt="2026-02-28T17:26:06.322" v="34" actId="20577"/>
      <pc:docMkLst>
        <pc:docMk/>
      </pc:docMkLst>
      <pc:sldChg chg="modSp">
        <pc:chgData name="Abu Zahed" userId="S::abu15-4716@diu.edu.bd::82e9d348-417f-4c27-9d19-08c35bdc102b" providerId="AD" clId="Web-{22F103E8-ABB1-7AC9-650E-5AEE270C8EE3}" dt="2026-02-28T17:20:29.265" v="3" actId="20577"/>
        <pc:sldMkLst>
          <pc:docMk/>
          <pc:sldMk cId="1839090532" sldId="256"/>
        </pc:sldMkLst>
        <pc:spChg chg="mod">
          <ac:chgData name="Abu Zahed" userId="S::abu15-4716@diu.edu.bd::82e9d348-417f-4c27-9d19-08c35bdc102b" providerId="AD" clId="Web-{22F103E8-ABB1-7AC9-650E-5AEE270C8EE3}" dt="2026-02-28T17:20:29.265" v="3" actId="20577"/>
          <ac:spMkLst>
            <pc:docMk/>
            <pc:sldMk cId="1839090532" sldId="256"/>
            <ac:spMk id="2" creationId="{66227E12-4BFF-8665-E779-1F1BFA666DAF}"/>
          </ac:spMkLst>
        </pc:spChg>
      </pc:sldChg>
      <pc:sldChg chg="modSp">
        <pc:chgData name="Abu Zahed" userId="S::abu15-4716@diu.edu.bd::82e9d348-417f-4c27-9d19-08c35bdc102b" providerId="AD" clId="Web-{22F103E8-ABB1-7AC9-650E-5AEE270C8EE3}" dt="2026-02-28T17:23:21.162" v="33" actId="20577"/>
        <pc:sldMkLst>
          <pc:docMk/>
          <pc:sldMk cId="3310467058" sldId="257"/>
        </pc:sldMkLst>
        <pc:spChg chg="mod">
          <ac:chgData name="Abu Zahed" userId="S::abu15-4716@diu.edu.bd::82e9d348-417f-4c27-9d19-08c35bdc102b" providerId="AD" clId="Web-{22F103E8-ABB1-7AC9-650E-5AEE270C8EE3}" dt="2026-02-28T17:23:21.162" v="33" actId="20577"/>
          <ac:spMkLst>
            <pc:docMk/>
            <pc:sldMk cId="3310467058" sldId="257"/>
            <ac:spMk id="57" creationId="{35234C4F-54DE-9E64-FE4A-2A8EB933A9AE}"/>
          </ac:spMkLst>
        </pc:spChg>
      </pc:sldChg>
      <pc:sldChg chg="modSp">
        <pc:chgData name="Abu Zahed" userId="S::abu15-4716@diu.edu.bd::82e9d348-417f-4c27-9d19-08c35bdc102b" providerId="AD" clId="Web-{22F103E8-ABB1-7AC9-650E-5AEE270C8EE3}" dt="2026-02-28T17:26:06.322" v="34" actId="20577"/>
        <pc:sldMkLst>
          <pc:docMk/>
          <pc:sldMk cId="2876895184" sldId="260"/>
        </pc:sldMkLst>
        <pc:spChg chg="mod">
          <ac:chgData name="Abu Zahed" userId="S::abu15-4716@diu.edu.bd::82e9d348-417f-4c27-9d19-08c35bdc102b" providerId="AD" clId="Web-{22F103E8-ABB1-7AC9-650E-5AEE270C8EE3}" dt="2026-02-28T17:26:06.322" v="34" actId="20577"/>
          <ac:spMkLst>
            <pc:docMk/>
            <pc:sldMk cId="2876895184" sldId="260"/>
            <ac:spMk id="2" creationId="{35C37EDA-F6D9-3294-271C-4E7CB85A2119}"/>
          </ac:spMkLst>
        </pc:spChg>
      </pc:sldChg>
      <pc:sldChg chg="modSp">
        <pc:chgData name="Abu Zahed" userId="S::abu15-4716@diu.edu.bd::82e9d348-417f-4c27-9d19-08c35bdc102b" providerId="AD" clId="Web-{22F103E8-ABB1-7AC9-650E-5AEE270C8EE3}" dt="2026-02-28T17:19:56.667" v="0" actId="20577"/>
        <pc:sldMkLst>
          <pc:docMk/>
          <pc:sldMk cId="4250714549" sldId="261"/>
        </pc:sldMkLst>
        <pc:spChg chg="mod">
          <ac:chgData name="Abu Zahed" userId="S::abu15-4716@diu.edu.bd::82e9d348-417f-4c27-9d19-08c35bdc102b" providerId="AD" clId="Web-{22F103E8-ABB1-7AC9-650E-5AEE270C8EE3}" dt="2026-02-28T17:19:56.667" v="0" actId="20577"/>
          <ac:spMkLst>
            <pc:docMk/>
            <pc:sldMk cId="4250714549" sldId="261"/>
            <ac:spMk id="2" creationId="{53BF2E8B-2D41-4280-9779-C33EB043F077}"/>
          </ac:spMkLst>
        </pc:spChg>
      </pc:sldChg>
      <pc:sldChg chg="modSp">
        <pc:chgData name="Abu Zahed" userId="S::abu15-4716@diu.edu.bd::82e9d348-417f-4c27-9d19-08c35bdc102b" providerId="AD" clId="Web-{22F103E8-ABB1-7AC9-650E-5AEE270C8EE3}" dt="2026-02-28T17:20:10.311" v="1" actId="20577"/>
        <pc:sldMkLst>
          <pc:docMk/>
          <pc:sldMk cId="75368286" sldId="262"/>
        </pc:sldMkLst>
        <pc:spChg chg="mod">
          <ac:chgData name="Abu Zahed" userId="S::abu15-4716@diu.edu.bd::82e9d348-417f-4c27-9d19-08c35bdc102b" providerId="AD" clId="Web-{22F103E8-ABB1-7AC9-650E-5AEE270C8EE3}" dt="2026-02-28T17:20:10.311" v="1" actId="20577"/>
          <ac:spMkLst>
            <pc:docMk/>
            <pc:sldMk cId="75368286" sldId="262"/>
            <ac:spMk id="2" creationId="{F9373DA2-8268-18A3-FDA1-B769C9CAD0E6}"/>
          </ac:spMkLst>
        </pc:spChg>
      </pc:sldChg>
    </pc:docChg>
  </pc:docChgLst>
</pc:chgInfo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svg"/><Relationship Id="rId1" Type="http://schemas.openxmlformats.org/officeDocument/2006/relationships/image" Target="../media/image1.png"/><Relationship Id="rId6" Type="http://schemas.openxmlformats.org/officeDocument/2006/relationships/image" Target="../media/image9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svg"/><Relationship Id="rId1" Type="http://schemas.openxmlformats.org/officeDocument/2006/relationships/image" Target="../media/image1.png"/><Relationship Id="rId6" Type="http://schemas.openxmlformats.org/officeDocument/2006/relationships/image" Target="../media/image9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svg"/><Relationship Id="rId1" Type="http://schemas.openxmlformats.org/officeDocument/2006/relationships/image" Target="../media/image1.png"/><Relationship Id="rId6" Type="http://schemas.openxmlformats.org/officeDocument/2006/relationships/image" Target="../media/image9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svg"/><Relationship Id="rId1" Type="http://schemas.openxmlformats.org/officeDocument/2006/relationships/image" Target="../media/image1.png"/><Relationship Id="rId6" Type="http://schemas.openxmlformats.org/officeDocument/2006/relationships/image" Target="../media/image9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7361E1-E232-4826-88AF-3D36566653BA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EAB8327-F087-4713-B667-48BCEA97E94F}">
      <dgm:prSet/>
      <dgm:spPr/>
      <dgm:t>
        <a:bodyPr/>
        <a:lstStyle/>
        <a:p>
          <a:pPr>
            <a:defRPr cap="all"/>
          </a:pPr>
          <a:r>
            <a:rPr lang="en-US"/>
            <a:t>Programming Languages</a:t>
          </a:r>
        </a:p>
      </dgm:t>
    </dgm:pt>
    <dgm:pt modelId="{C9C051AC-C9F3-4467-86F3-B022D497473D}" type="parTrans" cxnId="{737575B6-E9EA-4FD5-9E1D-C5112E4130B6}">
      <dgm:prSet/>
      <dgm:spPr/>
      <dgm:t>
        <a:bodyPr/>
        <a:lstStyle/>
        <a:p>
          <a:endParaRPr lang="en-US"/>
        </a:p>
      </dgm:t>
    </dgm:pt>
    <dgm:pt modelId="{4DBBE909-ABD3-4B34-AB1A-8228030E82BD}" type="sibTrans" cxnId="{737575B6-E9EA-4FD5-9E1D-C5112E4130B6}">
      <dgm:prSet/>
      <dgm:spPr/>
      <dgm:t>
        <a:bodyPr/>
        <a:lstStyle/>
        <a:p>
          <a:endParaRPr lang="en-US"/>
        </a:p>
      </dgm:t>
    </dgm:pt>
    <dgm:pt modelId="{91D2C9B1-8021-4885-8805-E4518B77C4FC}">
      <dgm:prSet/>
      <dgm:spPr/>
      <dgm:t>
        <a:bodyPr/>
        <a:lstStyle/>
        <a:p>
          <a:pPr>
            <a:defRPr cap="all"/>
          </a:pPr>
          <a:r>
            <a:rPr lang="en-US"/>
            <a:t>C</a:t>
          </a:r>
        </a:p>
      </dgm:t>
    </dgm:pt>
    <dgm:pt modelId="{E74365A2-2960-4237-97A9-2298EEB29CAF}" type="parTrans" cxnId="{990E74D9-30C3-430E-9358-F583174F5E72}">
      <dgm:prSet/>
      <dgm:spPr/>
      <dgm:t>
        <a:bodyPr/>
        <a:lstStyle/>
        <a:p>
          <a:endParaRPr lang="en-US"/>
        </a:p>
      </dgm:t>
    </dgm:pt>
    <dgm:pt modelId="{E2ED80C4-68BC-4673-B77B-768DDF5E7101}" type="sibTrans" cxnId="{990E74D9-30C3-430E-9358-F583174F5E72}">
      <dgm:prSet/>
      <dgm:spPr/>
      <dgm:t>
        <a:bodyPr/>
        <a:lstStyle/>
        <a:p>
          <a:endParaRPr lang="en-US"/>
        </a:p>
      </dgm:t>
    </dgm:pt>
    <dgm:pt modelId="{2EC22464-501B-48CA-97C0-D775C9D17039}">
      <dgm:prSet/>
      <dgm:spPr/>
      <dgm:t>
        <a:bodyPr/>
        <a:lstStyle/>
        <a:p>
          <a:pPr>
            <a:defRPr cap="all"/>
          </a:pPr>
          <a:r>
            <a:rPr lang="en-US"/>
            <a:t>C++</a:t>
          </a:r>
        </a:p>
      </dgm:t>
    </dgm:pt>
    <dgm:pt modelId="{FD7E6188-484B-425D-BA74-93181635A6BA}" type="parTrans" cxnId="{81EA985D-C6D9-4A2B-8913-C568BCE705B4}">
      <dgm:prSet/>
      <dgm:spPr/>
      <dgm:t>
        <a:bodyPr/>
        <a:lstStyle/>
        <a:p>
          <a:endParaRPr lang="en-US"/>
        </a:p>
      </dgm:t>
    </dgm:pt>
    <dgm:pt modelId="{9EEF0A43-8FB1-4BCC-A902-0401A09A9CB4}" type="sibTrans" cxnId="{81EA985D-C6D9-4A2B-8913-C568BCE705B4}">
      <dgm:prSet/>
      <dgm:spPr/>
      <dgm:t>
        <a:bodyPr/>
        <a:lstStyle/>
        <a:p>
          <a:endParaRPr lang="en-US"/>
        </a:p>
      </dgm:t>
    </dgm:pt>
    <dgm:pt modelId="{8BE2BF76-F1D1-4B99-B201-3037B3F58066}">
      <dgm:prSet/>
      <dgm:spPr/>
      <dgm:t>
        <a:bodyPr/>
        <a:lstStyle/>
        <a:p>
          <a:pPr>
            <a:defRPr cap="all"/>
          </a:pPr>
          <a:r>
            <a:rPr lang="en-US"/>
            <a:t>Python</a:t>
          </a:r>
        </a:p>
      </dgm:t>
    </dgm:pt>
    <dgm:pt modelId="{2BAC5C87-8894-495D-BF0A-5CEDF9E4181F}" type="parTrans" cxnId="{1ECEF1DA-8D05-43AF-AC7A-3C8DCF0AA57D}">
      <dgm:prSet/>
      <dgm:spPr/>
      <dgm:t>
        <a:bodyPr/>
        <a:lstStyle/>
        <a:p>
          <a:endParaRPr lang="en-US"/>
        </a:p>
      </dgm:t>
    </dgm:pt>
    <dgm:pt modelId="{A7D40B69-AD1A-4473-859E-D664355BC446}" type="sibTrans" cxnId="{1ECEF1DA-8D05-43AF-AC7A-3C8DCF0AA57D}">
      <dgm:prSet/>
      <dgm:spPr/>
      <dgm:t>
        <a:bodyPr/>
        <a:lstStyle/>
        <a:p>
          <a:endParaRPr lang="en-US"/>
        </a:p>
      </dgm:t>
    </dgm:pt>
    <dgm:pt modelId="{F7B65E8D-53A0-4C7F-B484-11CF8EF1D843}" type="pres">
      <dgm:prSet presAssocID="{E27361E1-E232-4826-88AF-3D36566653BA}" presName="Name0" presStyleCnt="0">
        <dgm:presLayoutVars>
          <dgm:dir/>
          <dgm:animLvl val="lvl"/>
          <dgm:resizeHandles val="exact"/>
        </dgm:presLayoutVars>
      </dgm:prSet>
      <dgm:spPr/>
    </dgm:pt>
    <dgm:pt modelId="{339A38FE-3E00-426A-A001-7381ACDCF870}" type="pres">
      <dgm:prSet presAssocID="{CEAB8327-F087-4713-B667-48BCEA97E94F}" presName="linNode" presStyleCnt="0"/>
      <dgm:spPr/>
    </dgm:pt>
    <dgm:pt modelId="{79074DDF-40C3-45C2-A712-E2F0F4A69994}" type="pres">
      <dgm:prSet presAssocID="{CEAB8327-F087-4713-B667-48BCEA97E94F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DFE83E33-9564-45FA-849D-4AA983D9C175}" type="pres">
      <dgm:prSet presAssocID="{4DBBE909-ABD3-4B34-AB1A-8228030E82BD}" presName="sp" presStyleCnt="0"/>
      <dgm:spPr/>
    </dgm:pt>
    <dgm:pt modelId="{1155CC23-3BAE-40A2-A817-B4C0928B2816}" type="pres">
      <dgm:prSet presAssocID="{91D2C9B1-8021-4885-8805-E4518B77C4FC}" presName="linNode" presStyleCnt="0"/>
      <dgm:spPr/>
    </dgm:pt>
    <dgm:pt modelId="{B35FE8D1-8C7F-4E24-A0AF-E52402244425}" type="pres">
      <dgm:prSet presAssocID="{91D2C9B1-8021-4885-8805-E4518B77C4FC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D841A016-675F-4CED-9AE4-471C8BB89339}" type="pres">
      <dgm:prSet presAssocID="{E2ED80C4-68BC-4673-B77B-768DDF5E7101}" presName="sp" presStyleCnt="0"/>
      <dgm:spPr/>
    </dgm:pt>
    <dgm:pt modelId="{8F5E9C06-D51B-4FE2-B32A-DAC1135A72D7}" type="pres">
      <dgm:prSet presAssocID="{2EC22464-501B-48CA-97C0-D775C9D17039}" presName="linNode" presStyleCnt="0"/>
      <dgm:spPr/>
    </dgm:pt>
    <dgm:pt modelId="{1BE27060-77FF-4234-835D-09348036B7E4}" type="pres">
      <dgm:prSet presAssocID="{2EC22464-501B-48CA-97C0-D775C9D17039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73E50F99-6EB0-4DE2-9A61-314B902F76E8}" type="pres">
      <dgm:prSet presAssocID="{9EEF0A43-8FB1-4BCC-A902-0401A09A9CB4}" presName="sp" presStyleCnt="0"/>
      <dgm:spPr/>
    </dgm:pt>
    <dgm:pt modelId="{1D23EF7B-8A44-4B9A-855F-C87150933028}" type="pres">
      <dgm:prSet presAssocID="{8BE2BF76-F1D1-4B99-B201-3037B3F58066}" presName="linNode" presStyleCnt="0"/>
      <dgm:spPr/>
    </dgm:pt>
    <dgm:pt modelId="{49AA842B-1CBD-412F-96BA-25228C1C5BFC}" type="pres">
      <dgm:prSet presAssocID="{8BE2BF76-F1D1-4B99-B201-3037B3F58066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7CAF5526-64A3-4FBF-94E5-D2983176965A}" type="presOf" srcId="{E27361E1-E232-4826-88AF-3D36566653BA}" destId="{F7B65E8D-53A0-4C7F-B484-11CF8EF1D843}" srcOrd="0" destOrd="0" presId="urn:microsoft.com/office/officeart/2005/8/layout/vList5"/>
    <dgm:cxn modelId="{81EA985D-C6D9-4A2B-8913-C568BCE705B4}" srcId="{E27361E1-E232-4826-88AF-3D36566653BA}" destId="{2EC22464-501B-48CA-97C0-D775C9D17039}" srcOrd="2" destOrd="0" parTransId="{FD7E6188-484B-425D-BA74-93181635A6BA}" sibTransId="{9EEF0A43-8FB1-4BCC-A902-0401A09A9CB4}"/>
    <dgm:cxn modelId="{A7089164-C743-47CA-BD0C-53CE8E7C9F54}" type="presOf" srcId="{2EC22464-501B-48CA-97C0-D775C9D17039}" destId="{1BE27060-77FF-4234-835D-09348036B7E4}" srcOrd="0" destOrd="0" presId="urn:microsoft.com/office/officeart/2005/8/layout/vList5"/>
    <dgm:cxn modelId="{D8269A65-0CEB-40D2-81C3-4FDE62C67223}" type="presOf" srcId="{91D2C9B1-8021-4885-8805-E4518B77C4FC}" destId="{B35FE8D1-8C7F-4E24-A0AF-E52402244425}" srcOrd="0" destOrd="0" presId="urn:microsoft.com/office/officeart/2005/8/layout/vList5"/>
    <dgm:cxn modelId="{EBE1AC6B-5834-49A5-98BC-ABA91A905FD1}" type="presOf" srcId="{CEAB8327-F087-4713-B667-48BCEA97E94F}" destId="{79074DDF-40C3-45C2-A712-E2F0F4A69994}" srcOrd="0" destOrd="0" presId="urn:microsoft.com/office/officeart/2005/8/layout/vList5"/>
    <dgm:cxn modelId="{79434981-DBC2-49C8-A800-8C279E53B5EE}" type="presOf" srcId="{8BE2BF76-F1D1-4B99-B201-3037B3F58066}" destId="{49AA842B-1CBD-412F-96BA-25228C1C5BFC}" srcOrd="0" destOrd="0" presId="urn:microsoft.com/office/officeart/2005/8/layout/vList5"/>
    <dgm:cxn modelId="{737575B6-E9EA-4FD5-9E1D-C5112E4130B6}" srcId="{E27361E1-E232-4826-88AF-3D36566653BA}" destId="{CEAB8327-F087-4713-B667-48BCEA97E94F}" srcOrd="0" destOrd="0" parTransId="{C9C051AC-C9F3-4467-86F3-B022D497473D}" sibTransId="{4DBBE909-ABD3-4B34-AB1A-8228030E82BD}"/>
    <dgm:cxn modelId="{990E74D9-30C3-430E-9358-F583174F5E72}" srcId="{E27361E1-E232-4826-88AF-3D36566653BA}" destId="{91D2C9B1-8021-4885-8805-E4518B77C4FC}" srcOrd="1" destOrd="0" parTransId="{E74365A2-2960-4237-97A9-2298EEB29CAF}" sibTransId="{E2ED80C4-68BC-4673-B77B-768DDF5E7101}"/>
    <dgm:cxn modelId="{1ECEF1DA-8D05-43AF-AC7A-3C8DCF0AA57D}" srcId="{E27361E1-E232-4826-88AF-3D36566653BA}" destId="{8BE2BF76-F1D1-4B99-B201-3037B3F58066}" srcOrd="3" destOrd="0" parTransId="{2BAC5C87-8894-495D-BF0A-5CEDF9E4181F}" sibTransId="{A7D40B69-AD1A-4473-859E-D664355BC446}"/>
    <dgm:cxn modelId="{6C188223-C34C-4732-A051-851D542E7026}" type="presParOf" srcId="{F7B65E8D-53A0-4C7F-B484-11CF8EF1D843}" destId="{339A38FE-3E00-426A-A001-7381ACDCF870}" srcOrd="0" destOrd="0" presId="urn:microsoft.com/office/officeart/2005/8/layout/vList5"/>
    <dgm:cxn modelId="{F3536B9B-6F4D-47C1-B906-28EE7574CE1A}" type="presParOf" srcId="{339A38FE-3E00-426A-A001-7381ACDCF870}" destId="{79074DDF-40C3-45C2-A712-E2F0F4A69994}" srcOrd="0" destOrd="0" presId="urn:microsoft.com/office/officeart/2005/8/layout/vList5"/>
    <dgm:cxn modelId="{9AC0C40C-880A-4FB5-96D9-F732571F6EA9}" type="presParOf" srcId="{F7B65E8D-53A0-4C7F-B484-11CF8EF1D843}" destId="{DFE83E33-9564-45FA-849D-4AA983D9C175}" srcOrd="1" destOrd="0" presId="urn:microsoft.com/office/officeart/2005/8/layout/vList5"/>
    <dgm:cxn modelId="{91853F7B-56CD-4A30-A4A3-DC4DA48EAAF5}" type="presParOf" srcId="{F7B65E8D-53A0-4C7F-B484-11CF8EF1D843}" destId="{1155CC23-3BAE-40A2-A817-B4C0928B2816}" srcOrd="2" destOrd="0" presId="urn:microsoft.com/office/officeart/2005/8/layout/vList5"/>
    <dgm:cxn modelId="{D654CDA0-A376-498C-A901-9435C5DB7CAA}" type="presParOf" srcId="{1155CC23-3BAE-40A2-A817-B4C0928B2816}" destId="{B35FE8D1-8C7F-4E24-A0AF-E52402244425}" srcOrd="0" destOrd="0" presId="urn:microsoft.com/office/officeart/2005/8/layout/vList5"/>
    <dgm:cxn modelId="{007A15D8-39BE-486F-848E-CD1FE1E6EFDA}" type="presParOf" srcId="{F7B65E8D-53A0-4C7F-B484-11CF8EF1D843}" destId="{D841A016-675F-4CED-9AE4-471C8BB89339}" srcOrd="3" destOrd="0" presId="urn:microsoft.com/office/officeart/2005/8/layout/vList5"/>
    <dgm:cxn modelId="{E82AD14D-81EB-47CD-AE28-DF40954498A2}" type="presParOf" srcId="{F7B65E8D-53A0-4C7F-B484-11CF8EF1D843}" destId="{8F5E9C06-D51B-4FE2-B32A-DAC1135A72D7}" srcOrd="4" destOrd="0" presId="urn:microsoft.com/office/officeart/2005/8/layout/vList5"/>
    <dgm:cxn modelId="{173E7674-5FEA-488B-A1EF-0266B60D71DF}" type="presParOf" srcId="{8F5E9C06-D51B-4FE2-B32A-DAC1135A72D7}" destId="{1BE27060-77FF-4234-835D-09348036B7E4}" srcOrd="0" destOrd="0" presId="urn:microsoft.com/office/officeart/2005/8/layout/vList5"/>
    <dgm:cxn modelId="{5223CFE0-5DFC-456C-841E-27C00DE2AEAF}" type="presParOf" srcId="{F7B65E8D-53A0-4C7F-B484-11CF8EF1D843}" destId="{73E50F99-6EB0-4DE2-9A61-314B902F76E8}" srcOrd="5" destOrd="0" presId="urn:microsoft.com/office/officeart/2005/8/layout/vList5"/>
    <dgm:cxn modelId="{F4CB11D5-922E-4C9D-8553-D4222763D5BB}" type="presParOf" srcId="{F7B65E8D-53A0-4C7F-B484-11CF8EF1D843}" destId="{1D23EF7B-8A44-4B9A-855F-C87150933028}" srcOrd="6" destOrd="0" presId="urn:microsoft.com/office/officeart/2005/8/layout/vList5"/>
    <dgm:cxn modelId="{31D6A246-454A-4DDE-BEF8-7866586D0EB2}" type="presParOf" srcId="{1D23EF7B-8A44-4B9A-855F-C87150933028}" destId="{49AA842B-1CBD-412F-96BA-25228C1C5BFC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7361E1-E232-4826-88AF-3D36566653BA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EAB8327-F087-4713-B667-48BCEA97E94F}">
      <dgm:prSet/>
      <dgm:spPr/>
      <dgm:t>
        <a:bodyPr/>
        <a:lstStyle/>
        <a:p>
          <a:pPr algn="l">
            <a:defRPr cap="all"/>
          </a:pPr>
          <a:r>
            <a:rPr lang="en-US">
              <a:latin typeface="Times New Roman"/>
              <a:cs typeface="Times New Roman"/>
            </a:rPr>
            <a:t>Next.js</a:t>
          </a:r>
        </a:p>
      </dgm:t>
    </dgm:pt>
    <dgm:pt modelId="{C9C051AC-C9F3-4467-86F3-B022D497473D}" type="parTrans" cxnId="{737575B6-E9EA-4FD5-9E1D-C5112E4130B6}">
      <dgm:prSet/>
      <dgm:spPr/>
      <dgm:t>
        <a:bodyPr/>
        <a:lstStyle/>
        <a:p>
          <a:endParaRPr lang="en-US"/>
        </a:p>
      </dgm:t>
    </dgm:pt>
    <dgm:pt modelId="{4DBBE909-ABD3-4B34-AB1A-8228030E82BD}" type="sibTrans" cxnId="{737575B6-E9EA-4FD5-9E1D-C5112E4130B6}">
      <dgm:prSet/>
      <dgm:spPr/>
      <dgm:t>
        <a:bodyPr/>
        <a:lstStyle/>
        <a:p>
          <a:endParaRPr lang="en-US"/>
        </a:p>
      </dgm:t>
    </dgm:pt>
    <dgm:pt modelId="{91D2C9B1-8021-4885-8805-E4518B77C4FC}">
      <dgm:prSet/>
      <dgm:spPr/>
      <dgm:t>
        <a:bodyPr/>
        <a:lstStyle/>
        <a:p>
          <a:pPr algn="l">
            <a:defRPr cap="all"/>
          </a:pPr>
          <a:r>
            <a:rPr lang="en-US">
              <a:latin typeface="Times New Roman"/>
              <a:cs typeface="Times New Roman"/>
            </a:rPr>
            <a:t>JavaScript</a:t>
          </a:r>
        </a:p>
      </dgm:t>
    </dgm:pt>
    <dgm:pt modelId="{E74365A2-2960-4237-97A9-2298EEB29CAF}" type="parTrans" cxnId="{990E74D9-30C3-430E-9358-F583174F5E72}">
      <dgm:prSet/>
      <dgm:spPr/>
      <dgm:t>
        <a:bodyPr/>
        <a:lstStyle/>
        <a:p>
          <a:endParaRPr lang="en-US"/>
        </a:p>
      </dgm:t>
    </dgm:pt>
    <dgm:pt modelId="{E2ED80C4-68BC-4673-B77B-768DDF5E7101}" type="sibTrans" cxnId="{990E74D9-30C3-430E-9358-F583174F5E72}">
      <dgm:prSet/>
      <dgm:spPr/>
      <dgm:t>
        <a:bodyPr/>
        <a:lstStyle/>
        <a:p>
          <a:endParaRPr lang="en-US"/>
        </a:p>
      </dgm:t>
    </dgm:pt>
    <dgm:pt modelId="{2EC22464-501B-48CA-97C0-D775C9D17039}">
      <dgm:prSet/>
      <dgm:spPr/>
      <dgm:t>
        <a:bodyPr/>
        <a:lstStyle/>
        <a:p>
          <a:pPr algn="l">
            <a:defRPr cap="all"/>
          </a:pPr>
          <a:r>
            <a:rPr lang="en-US">
              <a:latin typeface="Times New Roman"/>
              <a:cs typeface="Times New Roman"/>
            </a:rPr>
            <a:t>Tailwind CSS</a:t>
          </a:r>
        </a:p>
      </dgm:t>
    </dgm:pt>
    <dgm:pt modelId="{FD7E6188-484B-425D-BA74-93181635A6BA}" type="parTrans" cxnId="{81EA985D-C6D9-4A2B-8913-C568BCE705B4}">
      <dgm:prSet/>
      <dgm:spPr/>
      <dgm:t>
        <a:bodyPr/>
        <a:lstStyle/>
        <a:p>
          <a:endParaRPr lang="en-US"/>
        </a:p>
      </dgm:t>
    </dgm:pt>
    <dgm:pt modelId="{9EEF0A43-8FB1-4BCC-A902-0401A09A9CB4}" type="sibTrans" cxnId="{81EA985D-C6D9-4A2B-8913-C568BCE705B4}">
      <dgm:prSet/>
      <dgm:spPr/>
      <dgm:t>
        <a:bodyPr/>
        <a:lstStyle/>
        <a:p>
          <a:endParaRPr lang="en-US"/>
        </a:p>
      </dgm:t>
    </dgm:pt>
    <dgm:pt modelId="{64703D51-ABDB-4B50-8B60-15662951A575}">
      <dgm:prSet phldr="0"/>
      <dgm:spPr/>
      <dgm:t>
        <a:bodyPr/>
        <a:lstStyle/>
        <a:p>
          <a:pPr algn="l">
            <a:defRPr cap="all"/>
          </a:pPr>
          <a:r>
            <a:rPr lang="en-US">
              <a:latin typeface="Times New Roman"/>
              <a:cs typeface="Times New Roman"/>
            </a:rPr>
            <a:t>Frontend Development</a:t>
          </a:r>
        </a:p>
      </dgm:t>
    </dgm:pt>
    <dgm:pt modelId="{CB01A3B8-F494-4966-AD52-E4D5511B4F0D}" type="parTrans" cxnId="{3CF4859B-5EB4-4C54-81BA-F91DC81F9695}">
      <dgm:prSet/>
      <dgm:spPr/>
    </dgm:pt>
    <dgm:pt modelId="{7751435D-C12E-4ABB-9F58-6818F1D15E95}" type="sibTrans" cxnId="{3CF4859B-5EB4-4C54-81BA-F91DC81F9695}">
      <dgm:prSet/>
      <dgm:spPr/>
    </dgm:pt>
    <dgm:pt modelId="{88A0BB22-6E35-4C7F-BDB0-81CAD94105B0}">
      <dgm:prSet phldr="0"/>
      <dgm:spPr/>
      <dgm:t>
        <a:bodyPr/>
        <a:lstStyle/>
        <a:p>
          <a:pPr algn="l">
            <a:defRPr cap="all"/>
          </a:pPr>
          <a:r>
            <a:rPr lang="en-US">
              <a:latin typeface="Times New Roman"/>
              <a:cs typeface="Times New Roman"/>
            </a:rPr>
            <a:t>React.js</a:t>
          </a:r>
        </a:p>
      </dgm:t>
    </dgm:pt>
    <dgm:pt modelId="{C6E223D9-FACC-414D-820E-1D68CE18D7C0}" type="parTrans" cxnId="{673026F6-29C2-4683-887B-3484EF0B5529}">
      <dgm:prSet/>
      <dgm:spPr/>
    </dgm:pt>
    <dgm:pt modelId="{F438B2BA-484A-412E-B337-70315C992552}" type="sibTrans" cxnId="{673026F6-29C2-4683-887B-3484EF0B5529}">
      <dgm:prSet/>
      <dgm:spPr/>
    </dgm:pt>
    <dgm:pt modelId="{F7B65E8D-53A0-4C7F-B484-11CF8EF1D843}" type="pres">
      <dgm:prSet presAssocID="{E27361E1-E232-4826-88AF-3D36566653BA}" presName="Name0" presStyleCnt="0">
        <dgm:presLayoutVars>
          <dgm:dir/>
          <dgm:animLvl val="lvl"/>
          <dgm:resizeHandles val="exact"/>
        </dgm:presLayoutVars>
      </dgm:prSet>
      <dgm:spPr/>
    </dgm:pt>
    <dgm:pt modelId="{A281D34C-47B1-4DE4-975F-7C95DB03180B}" type="pres">
      <dgm:prSet presAssocID="{64703D51-ABDB-4B50-8B60-15662951A575}" presName="linNode" presStyleCnt="0"/>
      <dgm:spPr/>
    </dgm:pt>
    <dgm:pt modelId="{DAC013D7-7D37-44B9-91AF-5147FDF058DD}" type="pres">
      <dgm:prSet presAssocID="{64703D51-ABDB-4B50-8B60-15662951A575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7C6E36B2-7FCB-4E56-A70F-2EA5E5BFF263}" type="pres">
      <dgm:prSet presAssocID="{7751435D-C12E-4ABB-9F58-6818F1D15E95}" presName="sp" presStyleCnt="0"/>
      <dgm:spPr/>
    </dgm:pt>
    <dgm:pt modelId="{8A00C75D-38BC-4782-A3D4-9802E7E3A940}" type="pres">
      <dgm:prSet presAssocID="{88A0BB22-6E35-4C7F-BDB0-81CAD94105B0}" presName="linNode" presStyleCnt="0"/>
      <dgm:spPr/>
    </dgm:pt>
    <dgm:pt modelId="{029065E7-9AC2-48DF-A70B-176CC52D6A5C}" type="pres">
      <dgm:prSet presAssocID="{88A0BB22-6E35-4C7F-BDB0-81CAD94105B0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06C7CE9A-3DDC-433D-BD17-C010F170A415}" type="pres">
      <dgm:prSet presAssocID="{F438B2BA-484A-412E-B337-70315C992552}" presName="sp" presStyleCnt="0"/>
      <dgm:spPr/>
    </dgm:pt>
    <dgm:pt modelId="{339A38FE-3E00-426A-A001-7381ACDCF870}" type="pres">
      <dgm:prSet presAssocID="{CEAB8327-F087-4713-B667-48BCEA97E94F}" presName="linNode" presStyleCnt="0"/>
      <dgm:spPr/>
    </dgm:pt>
    <dgm:pt modelId="{79074DDF-40C3-45C2-A712-E2F0F4A69994}" type="pres">
      <dgm:prSet presAssocID="{CEAB8327-F087-4713-B667-48BCEA97E94F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DFE83E33-9564-45FA-849D-4AA983D9C175}" type="pres">
      <dgm:prSet presAssocID="{4DBBE909-ABD3-4B34-AB1A-8228030E82BD}" presName="sp" presStyleCnt="0"/>
      <dgm:spPr/>
    </dgm:pt>
    <dgm:pt modelId="{1155CC23-3BAE-40A2-A817-B4C0928B2816}" type="pres">
      <dgm:prSet presAssocID="{91D2C9B1-8021-4885-8805-E4518B77C4FC}" presName="linNode" presStyleCnt="0"/>
      <dgm:spPr/>
    </dgm:pt>
    <dgm:pt modelId="{B35FE8D1-8C7F-4E24-A0AF-E52402244425}" type="pres">
      <dgm:prSet presAssocID="{91D2C9B1-8021-4885-8805-E4518B77C4FC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D841A016-675F-4CED-9AE4-471C8BB89339}" type="pres">
      <dgm:prSet presAssocID="{E2ED80C4-68BC-4673-B77B-768DDF5E7101}" presName="sp" presStyleCnt="0"/>
      <dgm:spPr/>
    </dgm:pt>
    <dgm:pt modelId="{8F5E9C06-D51B-4FE2-B32A-DAC1135A72D7}" type="pres">
      <dgm:prSet presAssocID="{2EC22464-501B-48CA-97C0-D775C9D17039}" presName="linNode" presStyleCnt="0"/>
      <dgm:spPr/>
    </dgm:pt>
    <dgm:pt modelId="{1BE27060-77FF-4234-835D-09348036B7E4}" type="pres">
      <dgm:prSet presAssocID="{2EC22464-501B-48CA-97C0-D775C9D17039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43D82724-5C44-408A-A40F-A0720668C819}" type="presOf" srcId="{CEAB8327-F087-4713-B667-48BCEA97E94F}" destId="{79074DDF-40C3-45C2-A712-E2F0F4A69994}" srcOrd="0" destOrd="0" presId="urn:microsoft.com/office/officeart/2005/8/layout/vList5"/>
    <dgm:cxn modelId="{7CAF5526-64A3-4FBF-94E5-D2983176965A}" type="presOf" srcId="{E27361E1-E232-4826-88AF-3D36566653BA}" destId="{F7B65E8D-53A0-4C7F-B484-11CF8EF1D843}" srcOrd="0" destOrd="0" presId="urn:microsoft.com/office/officeart/2005/8/layout/vList5"/>
    <dgm:cxn modelId="{AA517727-A676-4DE4-A545-7EB08EBF4E82}" type="presOf" srcId="{2EC22464-501B-48CA-97C0-D775C9D17039}" destId="{1BE27060-77FF-4234-835D-09348036B7E4}" srcOrd="0" destOrd="0" presId="urn:microsoft.com/office/officeart/2005/8/layout/vList5"/>
    <dgm:cxn modelId="{81EA985D-C6D9-4A2B-8913-C568BCE705B4}" srcId="{E27361E1-E232-4826-88AF-3D36566653BA}" destId="{2EC22464-501B-48CA-97C0-D775C9D17039}" srcOrd="4" destOrd="0" parTransId="{FD7E6188-484B-425D-BA74-93181635A6BA}" sibTransId="{9EEF0A43-8FB1-4BCC-A902-0401A09A9CB4}"/>
    <dgm:cxn modelId="{7AED2F78-EB16-43A9-8D97-21D67125734F}" type="presOf" srcId="{88A0BB22-6E35-4C7F-BDB0-81CAD94105B0}" destId="{029065E7-9AC2-48DF-A70B-176CC52D6A5C}" srcOrd="0" destOrd="0" presId="urn:microsoft.com/office/officeart/2005/8/layout/vList5"/>
    <dgm:cxn modelId="{75554A7A-EBC8-4690-A82F-F5E38D24E237}" type="presOf" srcId="{91D2C9B1-8021-4885-8805-E4518B77C4FC}" destId="{B35FE8D1-8C7F-4E24-A0AF-E52402244425}" srcOrd="0" destOrd="0" presId="urn:microsoft.com/office/officeart/2005/8/layout/vList5"/>
    <dgm:cxn modelId="{3CF4859B-5EB4-4C54-81BA-F91DC81F9695}" srcId="{E27361E1-E232-4826-88AF-3D36566653BA}" destId="{64703D51-ABDB-4B50-8B60-15662951A575}" srcOrd="0" destOrd="0" parTransId="{CB01A3B8-F494-4966-AD52-E4D5511B4F0D}" sibTransId="{7751435D-C12E-4ABB-9F58-6818F1D15E95}"/>
    <dgm:cxn modelId="{D71DD7AB-7700-46E7-8312-3D2C134B73D9}" type="presOf" srcId="{64703D51-ABDB-4B50-8B60-15662951A575}" destId="{DAC013D7-7D37-44B9-91AF-5147FDF058DD}" srcOrd="0" destOrd="0" presId="urn:microsoft.com/office/officeart/2005/8/layout/vList5"/>
    <dgm:cxn modelId="{737575B6-E9EA-4FD5-9E1D-C5112E4130B6}" srcId="{E27361E1-E232-4826-88AF-3D36566653BA}" destId="{CEAB8327-F087-4713-B667-48BCEA97E94F}" srcOrd="2" destOrd="0" parTransId="{C9C051AC-C9F3-4467-86F3-B022D497473D}" sibTransId="{4DBBE909-ABD3-4B34-AB1A-8228030E82BD}"/>
    <dgm:cxn modelId="{990E74D9-30C3-430E-9358-F583174F5E72}" srcId="{E27361E1-E232-4826-88AF-3D36566653BA}" destId="{91D2C9B1-8021-4885-8805-E4518B77C4FC}" srcOrd="3" destOrd="0" parTransId="{E74365A2-2960-4237-97A9-2298EEB29CAF}" sibTransId="{E2ED80C4-68BC-4673-B77B-768DDF5E7101}"/>
    <dgm:cxn modelId="{673026F6-29C2-4683-887B-3484EF0B5529}" srcId="{E27361E1-E232-4826-88AF-3D36566653BA}" destId="{88A0BB22-6E35-4C7F-BDB0-81CAD94105B0}" srcOrd="1" destOrd="0" parTransId="{C6E223D9-FACC-414D-820E-1D68CE18D7C0}" sibTransId="{F438B2BA-484A-412E-B337-70315C992552}"/>
    <dgm:cxn modelId="{05A8F957-DD68-498C-8D2F-3D0027B696B1}" type="presParOf" srcId="{F7B65E8D-53A0-4C7F-B484-11CF8EF1D843}" destId="{A281D34C-47B1-4DE4-975F-7C95DB03180B}" srcOrd="0" destOrd="0" presId="urn:microsoft.com/office/officeart/2005/8/layout/vList5"/>
    <dgm:cxn modelId="{45C63D57-33B1-4305-8CFC-CD9D9A1654AE}" type="presParOf" srcId="{A281D34C-47B1-4DE4-975F-7C95DB03180B}" destId="{DAC013D7-7D37-44B9-91AF-5147FDF058DD}" srcOrd="0" destOrd="0" presId="urn:microsoft.com/office/officeart/2005/8/layout/vList5"/>
    <dgm:cxn modelId="{C2E98FD9-CCCA-426D-90EF-12B3BD95C0A4}" type="presParOf" srcId="{F7B65E8D-53A0-4C7F-B484-11CF8EF1D843}" destId="{7C6E36B2-7FCB-4E56-A70F-2EA5E5BFF263}" srcOrd="1" destOrd="0" presId="urn:microsoft.com/office/officeart/2005/8/layout/vList5"/>
    <dgm:cxn modelId="{9D6A8B71-2C88-454B-AF28-20F29C8BA02B}" type="presParOf" srcId="{F7B65E8D-53A0-4C7F-B484-11CF8EF1D843}" destId="{8A00C75D-38BC-4782-A3D4-9802E7E3A940}" srcOrd="2" destOrd="0" presId="urn:microsoft.com/office/officeart/2005/8/layout/vList5"/>
    <dgm:cxn modelId="{5D274925-9406-4746-A329-29E91B546745}" type="presParOf" srcId="{8A00C75D-38BC-4782-A3D4-9802E7E3A940}" destId="{029065E7-9AC2-48DF-A70B-176CC52D6A5C}" srcOrd="0" destOrd="0" presId="urn:microsoft.com/office/officeart/2005/8/layout/vList5"/>
    <dgm:cxn modelId="{A04CC707-999F-4606-B1B7-EE4B8F231ED4}" type="presParOf" srcId="{F7B65E8D-53A0-4C7F-B484-11CF8EF1D843}" destId="{06C7CE9A-3DDC-433D-BD17-C010F170A415}" srcOrd="3" destOrd="0" presId="urn:microsoft.com/office/officeart/2005/8/layout/vList5"/>
    <dgm:cxn modelId="{4DD6DE63-0288-46AD-BC9E-02E0EE9567D6}" type="presParOf" srcId="{F7B65E8D-53A0-4C7F-B484-11CF8EF1D843}" destId="{339A38FE-3E00-426A-A001-7381ACDCF870}" srcOrd="4" destOrd="0" presId="urn:microsoft.com/office/officeart/2005/8/layout/vList5"/>
    <dgm:cxn modelId="{871CAA2C-DC85-4E7B-9C59-56F3CFF1A094}" type="presParOf" srcId="{339A38FE-3E00-426A-A001-7381ACDCF870}" destId="{79074DDF-40C3-45C2-A712-E2F0F4A69994}" srcOrd="0" destOrd="0" presId="urn:microsoft.com/office/officeart/2005/8/layout/vList5"/>
    <dgm:cxn modelId="{AD3C6255-1E31-47EF-B11C-5FE34F9868F3}" type="presParOf" srcId="{F7B65E8D-53A0-4C7F-B484-11CF8EF1D843}" destId="{DFE83E33-9564-45FA-849D-4AA983D9C175}" srcOrd="5" destOrd="0" presId="urn:microsoft.com/office/officeart/2005/8/layout/vList5"/>
    <dgm:cxn modelId="{F2760138-CCC9-47D9-B95F-3909A694B5F2}" type="presParOf" srcId="{F7B65E8D-53A0-4C7F-B484-11CF8EF1D843}" destId="{1155CC23-3BAE-40A2-A817-B4C0928B2816}" srcOrd="6" destOrd="0" presId="urn:microsoft.com/office/officeart/2005/8/layout/vList5"/>
    <dgm:cxn modelId="{52EBA140-8C6C-4B06-A561-1BD829D00340}" type="presParOf" srcId="{1155CC23-3BAE-40A2-A817-B4C0928B2816}" destId="{B35FE8D1-8C7F-4E24-A0AF-E52402244425}" srcOrd="0" destOrd="0" presId="urn:microsoft.com/office/officeart/2005/8/layout/vList5"/>
    <dgm:cxn modelId="{EB301A75-772A-4D1D-9A42-01720A79B3AB}" type="presParOf" srcId="{F7B65E8D-53A0-4C7F-B484-11CF8EF1D843}" destId="{D841A016-675F-4CED-9AE4-471C8BB89339}" srcOrd="7" destOrd="0" presId="urn:microsoft.com/office/officeart/2005/8/layout/vList5"/>
    <dgm:cxn modelId="{150219E7-1C40-4232-AB22-61F96595A7DB}" type="presParOf" srcId="{F7B65E8D-53A0-4C7F-B484-11CF8EF1D843}" destId="{8F5E9C06-D51B-4FE2-B32A-DAC1135A72D7}" srcOrd="8" destOrd="0" presId="urn:microsoft.com/office/officeart/2005/8/layout/vList5"/>
    <dgm:cxn modelId="{32050746-99E1-45F3-BD46-F05DCE102E3E}" type="presParOf" srcId="{8F5E9C06-D51B-4FE2-B32A-DAC1135A72D7}" destId="{1BE27060-77FF-4234-835D-09348036B7E4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27361E1-E232-4826-88AF-3D36566653BA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EAB8327-F087-4713-B667-48BCEA97E94F}">
      <dgm:prSet/>
      <dgm:spPr/>
      <dgm:t>
        <a:bodyPr/>
        <a:lstStyle/>
        <a:p>
          <a:pPr algn="l">
            <a:defRPr cap="all"/>
          </a:pPr>
          <a:r>
            <a:rPr lang="en-US"/>
            <a:t>Express.js</a:t>
          </a:r>
        </a:p>
      </dgm:t>
    </dgm:pt>
    <dgm:pt modelId="{C9C051AC-C9F3-4467-86F3-B022D497473D}" type="parTrans" cxnId="{737575B6-E9EA-4FD5-9E1D-C5112E4130B6}">
      <dgm:prSet/>
      <dgm:spPr/>
      <dgm:t>
        <a:bodyPr/>
        <a:lstStyle/>
        <a:p>
          <a:endParaRPr lang="en-US"/>
        </a:p>
      </dgm:t>
    </dgm:pt>
    <dgm:pt modelId="{4DBBE909-ABD3-4B34-AB1A-8228030E82BD}" type="sibTrans" cxnId="{737575B6-E9EA-4FD5-9E1D-C5112E4130B6}">
      <dgm:prSet/>
      <dgm:spPr/>
      <dgm:t>
        <a:bodyPr/>
        <a:lstStyle/>
        <a:p>
          <a:endParaRPr lang="en-US"/>
        </a:p>
      </dgm:t>
    </dgm:pt>
    <dgm:pt modelId="{91D2C9B1-8021-4885-8805-E4518B77C4FC}">
      <dgm:prSet/>
      <dgm:spPr/>
      <dgm:t>
        <a:bodyPr/>
        <a:lstStyle/>
        <a:p>
          <a:pPr algn="l">
            <a:defRPr cap="all"/>
          </a:pPr>
          <a:r>
            <a:rPr lang="en-US"/>
            <a:t>JWT Authentication</a:t>
          </a:r>
        </a:p>
      </dgm:t>
    </dgm:pt>
    <dgm:pt modelId="{E74365A2-2960-4237-97A9-2298EEB29CAF}" type="parTrans" cxnId="{990E74D9-30C3-430E-9358-F583174F5E72}">
      <dgm:prSet/>
      <dgm:spPr/>
      <dgm:t>
        <a:bodyPr/>
        <a:lstStyle/>
        <a:p>
          <a:endParaRPr lang="en-US"/>
        </a:p>
      </dgm:t>
    </dgm:pt>
    <dgm:pt modelId="{E2ED80C4-68BC-4673-B77B-768DDF5E7101}" type="sibTrans" cxnId="{990E74D9-30C3-430E-9358-F583174F5E72}">
      <dgm:prSet/>
      <dgm:spPr/>
      <dgm:t>
        <a:bodyPr/>
        <a:lstStyle/>
        <a:p>
          <a:endParaRPr lang="en-US"/>
        </a:p>
      </dgm:t>
    </dgm:pt>
    <dgm:pt modelId="{64703D51-ABDB-4B50-8B60-15662951A575}">
      <dgm:prSet phldr="0"/>
      <dgm:spPr/>
      <dgm:t>
        <a:bodyPr/>
        <a:lstStyle/>
        <a:p>
          <a:pPr algn="l">
            <a:defRPr cap="all"/>
          </a:pPr>
          <a:r>
            <a:rPr lang="en-US"/>
            <a:t>Backend Development</a:t>
          </a:r>
        </a:p>
      </dgm:t>
    </dgm:pt>
    <dgm:pt modelId="{CB01A3B8-F494-4966-AD52-E4D5511B4F0D}" type="parTrans" cxnId="{3CF4859B-5EB4-4C54-81BA-F91DC81F9695}">
      <dgm:prSet/>
      <dgm:spPr/>
    </dgm:pt>
    <dgm:pt modelId="{7751435D-C12E-4ABB-9F58-6818F1D15E95}" type="sibTrans" cxnId="{3CF4859B-5EB4-4C54-81BA-F91DC81F9695}">
      <dgm:prSet/>
      <dgm:spPr/>
    </dgm:pt>
    <dgm:pt modelId="{88A0BB22-6E35-4C7F-BDB0-81CAD94105B0}">
      <dgm:prSet phldr="0"/>
      <dgm:spPr/>
      <dgm:t>
        <a:bodyPr/>
        <a:lstStyle/>
        <a:p>
          <a:pPr algn="l">
            <a:defRPr cap="all"/>
          </a:pPr>
          <a:r>
            <a:rPr lang="en-US"/>
            <a:t>Node.js</a:t>
          </a:r>
        </a:p>
      </dgm:t>
    </dgm:pt>
    <dgm:pt modelId="{C6E223D9-FACC-414D-820E-1D68CE18D7C0}" type="parTrans" cxnId="{673026F6-29C2-4683-887B-3484EF0B5529}">
      <dgm:prSet/>
      <dgm:spPr/>
    </dgm:pt>
    <dgm:pt modelId="{F438B2BA-484A-412E-B337-70315C992552}" type="sibTrans" cxnId="{673026F6-29C2-4683-887B-3484EF0B5529}">
      <dgm:prSet/>
      <dgm:spPr/>
    </dgm:pt>
    <dgm:pt modelId="{3081075C-0D72-4015-B69E-788272D5A6B9}">
      <dgm:prSet phldr="0"/>
      <dgm:spPr/>
      <dgm:t>
        <a:bodyPr/>
        <a:lstStyle/>
        <a:p>
          <a:pPr algn="l">
            <a:defRPr cap="all"/>
          </a:pPr>
          <a:r>
            <a:rPr lang="en-US"/>
            <a:t>RESTful API Development</a:t>
          </a:r>
        </a:p>
      </dgm:t>
    </dgm:pt>
    <dgm:pt modelId="{850BE898-24C3-4E96-B0FA-5442927D2AFE}" type="parTrans" cxnId="{505028FE-C5E1-4FE6-80FB-BCD799B0067D}">
      <dgm:prSet/>
      <dgm:spPr/>
    </dgm:pt>
    <dgm:pt modelId="{80DAEB93-7E35-4623-B687-1F4B616EDCFE}" type="sibTrans" cxnId="{505028FE-C5E1-4FE6-80FB-BCD799B0067D}">
      <dgm:prSet/>
      <dgm:spPr/>
    </dgm:pt>
    <dgm:pt modelId="{F7B65E8D-53A0-4C7F-B484-11CF8EF1D843}" type="pres">
      <dgm:prSet presAssocID="{E27361E1-E232-4826-88AF-3D36566653BA}" presName="Name0" presStyleCnt="0">
        <dgm:presLayoutVars>
          <dgm:dir/>
          <dgm:animLvl val="lvl"/>
          <dgm:resizeHandles val="exact"/>
        </dgm:presLayoutVars>
      </dgm:prSet>
      <dgm:spPr/>
    </dgm:pt>
    <dgm:pt modelId="{A281D34C-47B1-4DE4-975F-7C95DB03180B}" type="pres">
      <dgm:prSet presAssocID="{64703D51-ABDB-4B50-8B60-15662951A575}" presName="linNode" presStyleCnt="0"/>
      <dgm:spPr/>
    </dgm:pt>
    <dgm:pt modelId="{DAC013D7-7D37-44B9-91AF-5147FDF058DD}" type="pres">
      <dgm:prSet presAssocID="{64703D51-ABDB-4B50-8B60-15662951A575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7C6E36B2-7FCB-4E56-A70F-2EA5E5BFF263}" type="pres">
      <dgm:prSet presAssocID="{7751435D-C12E-4ABB-9F58-6818F1D15E95}" presName="sp" presStyleCnt="0"/>
      <dgm:spPr/>
    </dgm:pt>
    <dgm:pt modelId="{8A00C75D-38BC-4782-A3D4-9802E7E3A940}" type="pres">
      <dgm:prSet presAssocID="{88A0BB22-6E35-4C7F-BDB0-81CAD94105B0}" presName="linNode" presStyleCnt="0"/>
      <dgm:spPr/>
    </dgm:pt>
    <dgm:pt modelId="{029065E7-9AC2-48DF-A70B-176CC52D6A5C}" type="pres">
      <dgm:prSet presAssocID="{88A0BB22-6E35-4C7F-BDB0-81CAD94105B0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06C7CE9A-3DDC-433D-BD17-C010F170A415}" type="pres">
      <dgm:prSet presAssocID="{F438B2BA-484A-412E-B337-70315C992552}" presName="sp" presStyleCnt="0"/>
      <dgm:spPr/>
    </dgm:pt>
    <dgm:pt modelId="{339A38FE-3E00-426A-A001-7381ACDCF870}" type="pres">
      <dgm:prSet presAssocID="{CEAB8327-F087-4713-B667-48BCEA97E94F}" presName="linNode" presStyleCnt="0"/>
      <dgm:spPr/>
    </dgm:pt>
    <dgm:pt modelId="{79074DDF-40C3-45C2-A712-E2F0F4A69994}" type="pres">
      <dgm:prSet presAssocID="{CEAB8327-F087-4713-B667-48BCEA97E94F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DFE83E33-9564-45FA-849D-4AA983D9C175}" type="pres">
      <dgm:prSet presAssocID="{4DBBE909-ABD3-4B34-AB1A-8228030E82BD}" presName="sp" presStyleCnt="0"/>
      <dgm:spPr/>
    </dgm:pt>
    <dgm:pt modelId="{5300320C-1274-4C48-BB2D-14E87F5E530E}" type="pres">
      <dgm:prSet presAssocID="{3081075C-0D72-4015-B69E-788272D5A6B9}" presName="linNode" presStyleCnt="0"/>
      <dgm:spPr/>
    </dgm:pt>
    <dgm:pt modelId="{58924E1B-9B60-4B40-AA51-131BD33BFCE4}" type="pres">
      <dgm:prSet presAssocID="{3081075C-0D72-4015-B69E-788272D5A6B9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6A0E47C5-3F5D-4EB5-9A97-E7B75A42CF49}" type="pres">
      <dgm:prSet presAssocID="{80DAEB93-7E35-4623-B687-1F4B616EDCFE}" presName="sp" presStyleCnt="0"/>
      <dgm:spPr/>
    </dgm:pt>
    <dgm:pt modelId="{1155CC23-3BAE-40A2-A817-B4C0928B2816}" type="pres">
      <dgm:prSet presAssocID="{91D2C9B1-8021-4885-8805-E4518B77C4FC}" presName="linNode" presStyleCnt="0"/>
      <dgm:spPr/>
    </dgm:pt>
    <dgm:pt modelId="{B35FE8D1-8C7F-4E24-A0AF-E52402244425}" type="pres">
      <dgm:prSet presAssocID="{91D2C9B1-8021-4885-8805-E4518B77C4FC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7CAF5526-64A3-4FBF-94E5-D2983176965A}" type="presOf" srcId="{E27361E1-E232-4826-88AF-3D36566653BA}" destId="{F7B65E8D-53A0-4C7F-B484-11CF8EF1D843}" srcOrd="0" destOrd="0" presId="urn:microsoft.com/office/officeart/2005/8/layout/vList5"/>
    <dgm:cxn modelId="{1F5E1E2E-F8A3-46EA-8C13-783818F995FD}" type="presOf" srcId="{3081075C-0D72-4015-B69E-788272D5A6B9}" destId="{58924E1B-9B60-4B40-AA51-131BD33BFCE4}" srcOrd="0" destOrd="0" presId="urn:microsoft.com/office/officeart/2005/8/layout/vList5"/>
    <dgm:cxn modelId="{2E7D0A3E-155B-4330-BA9F-3D5C0C6A4111}" type="presOf" srcId="{88A0BB22-6E35-4C7F-BDB0-81CAD94105B0}" destId="{029065E7-9AC2-48DF-A70B-176CC52D6A5C}" srcOrd="0" destOrd="0" presId="urn:microsoft.com/office/officeart/2005/8/layout/vList5"/>
    <dgm:cxn modelId="{7508A443-4673-4EF3-BF85-0299120E5735}" type="presOf" srcId="{64703D51-ABDB-4B50-8B60-15662951A575}" destId="{DAC013D7-7D37-44B9-91AF-5147FDF058DD}" srcOrd="0" destOrd="0" presId="urn:microsoft.com/office/officeart/2005/8/layout/vList5"/>
    <dgm:cxn modelId="{F143E193-3192-487D-B49D-EE5BACDACB0C}" type="presOf" srcId="{91D2C9B1-8021-4885-8805-E4518B77C4FC}" destId="{B35FE8D1-8C7F-4E24-A0AF-E52402244425}" srcOrd="0" destOrd="0" presId="urn:microsoft.com/office/officeart/2005/8/layout/vList5"/>
    <dgm:cxn modelId="{3CF4859B-5EB4-4C54-81BA-F91DC81F9695}" srcId="{E27361E1-E232-4826-88AF-3D36566653BA}" destId="{64703D51-ABDB-4B50-8B60-15662951A575}" srcOrd="0" destOrd="0" parTransId="{CB01A3B8-F494-4966-AD52-E4D5511B4F0D}" sibTransId="{7751435D-C12E-4ABB-9F58-6818F1D15E95}"/>
    <dgm:cxn modelId="{F6D692A7-2386-4DDE-92E6-91B2529F78AC}" type="presOf" srcId="{CEAB8327-F087-4713-B667-48BCEA97E94F}" destId="{79074DDF-40C3-45C2-A712-E2F0F4A69994}" srcOrd="0" destOrd="0" presId="urn:microsoft.com/office/officeart/2005/8/layout/vList5"/>
    <dgm:cxn modelId="{737575B6-E9EA-4FD5-9E1D-C5112E4130B6}" srcId="{E27361E1-E232-4826-88AF-3D36566653BA}" destId="{CEAB8327-F087-4713-B667-48BCEA97E94F}" srcOrd="2" destOrd="0" parTransId="{C9C051AC-C9F3-4467-86F3-B022D497473D}" sibTransId="{4DBBE909-ABD3-4B34-AB1A-8228030E82BD}"/>
    <dgm:cxn modelId="{990E74D9-30C3-430E-9358-F583174F5E72}" srcId="{E27361E1-E232-4826-88AF-3D36566653BA}" destId="{91D2C9B1-8021-4885-8805-E4518B77C4FC}" srcOrd="4" destOrd="0" parTransId="{E74365A2-2960-4237-97A9-2298EEB29CAF}" sibTransId="{E2ED80C4-68BC-4673-B77B-768DDF5E7101}"/>
    <dgm:cxn modelId="{673026F6-29C2-4683-887B-3484EF0B5529}" srcId="{E27361E1-E232-4826-88AF-3D36566653BA}" destId="{88A0BB22-6E35-4C7F-BDB0-81CAD94105B0}" srcOrd="1" destOrd="0" parTransId="{C6E223D9-FACC-414D-820E-1D68CE18D7C0}" sibTransId="{F438B2BA-484A-412E-B337-70315C992552}"/>
    <dgm:cxn modelId="{505028FE-C5E1-4FE6-80FB-BCD799B0067D}" srcId="{E27361E1-E232-4826-88AF-3D36566653BA}" destId="{3081075C-0D72-4015-B69E-788272D5A6B9}" srcOrd="3" destOrd="0" parTransId="{850BE898-24C3-4E96-B0FA-5442927D2AFE}" sibTransId="{80DAEB93-7E35-4623-B687-1F4B616EDCFE}"/>
    <dgm:cxn modelId="{AA1F1A25-C459-4ED4-BC51-6D9B352B834B}" type="presParOf" srcId="{F7B65E8D-53A0-4C7F-B484-11CF8EF1D843}" destId="{A281D34C-47B1-4DE4-975F-7C95DB03180B}" srcOrd="0" destOrd="0" presId="urn:microsoft.com/office/officeart/2005/8/layout/vList5"/>
    <dgm:cxn modelId="{CE0B1721-1D87-452C-A3A9-D9DC54860EE4}" type="presParOf" srcId="{A281D34C-47B1-4DE4-975F-7C95DB03180B}" destId="{DAC013D7-7D37-44B9-91AF-5147FDF058DD}" srcOrd="0" destOrd="0" presId="urn:microsoft.com/office/officeart/2005/8/layout/vList5"/>
    <dgm:cxn modelId="{5C5BC292-B01F-4169-A4CD-C974041C1976}" type="presParOf" srcId="{F7B65E8D-53A0-4C7F-B484-11CF8EF1D843}" destId="{7C6E36B2-7FCB-4E56-A70F-2EA5E5BFF263}" srcOrd="1" destOrd="0" presId="urn:microsoft.com/office/officeart/2005/8/layout/vList5"/>
    <dgm:cxn modelId="{FB8CC06E-3970-4AAE-9E5A-6F07661FF349}" type="presParOf" srcId="{F7B65E8D-53A0-4C7F-B484-11CF8EF1D843}" destId="{8A00C75D-38BC-4782-A3D4-9802E7E3A940}" srcOrd="2" destOrd="0" presId="urn:microsoft.com/office/officeart/2005/8/layout/vList5"/>
    <dgm:cxn modelId="{C07B6F71-3621-4717-84B9-B7AB257ACAAB}" type="presParOf" srcId="{8A00C75D-38BC-4782-A3D4-9802E7E3A940}" destId="{029065E7-9AC2-48DF-A70B-176CC52D6A5C}" srcOrd="0" destOrd="0" presId="urn:microsoft.com/office/officeart/2005/8/layout/vList5"/>
    <dgm:cxn modelId="{B7CC5B36-57A1-4E63-A420-F941E1D32A89}" type="presParOf" srcId="{F7B65E8D-53A0-4C7F-B484-11CF8EF1D843}" destId="{06C7CE9A-3DDC-433D-BD17-C010F170A415}" srcOrd="3" destOrd="0" presId="urn:microsoft.com/office/officeart/2005/8/layout/vList5"/>
    <dgm:cxn modelId="{E2380809-544D-416C-9C95-C368D2897E26}" type="presParOf" srcId="{F7B65E8D-53A0-4C7F-B484-11CF8EF1D843}" destId="{339A38FE-3E00-426A-A001-7381ACDCF870}" srcOrd="4" destOrd="0" presId="urn:microsoft.com/office/officeart/2005/8/layout/vList5"/>
    <dgm:cxn modelId="{0CF3FEB7-87B1-4CAF-A406-198BA561EA86}" type="presParOf" srcId="{339A38FE-3E00-426A-A001-7381ACDCF870}" destId="{79074DDF-40C3-45C2-A712-E2F0F4A69994}" srcOrd="0" destOrd="0" presId="urn:microsoft.com/office/officeart/2005/8/layout/vList5"/>
    <dgm:cxn modelId="{D899E260-A9D5-472B-A5A2-2E8BD5912DAC}" type="presParOf" srcId="{F7B65E8D-53A0-4C7F-B484-11CF8EF1D843}" destId="{DFE83E33-9564-45FA-849D-4AA983D9C175}" srcOrd="5" destOrd="0" presId="urn:microsoft.com/office/officeart/2005/8/layout/vList5"/>
    <dgm:cxn modelId="{A0B5F901-9451-41CB-A3B3-DAFEE5262908}" type="presParOf" srcId="{F7B65E8D-53A0-4C7F-B484-11CF8EF1D843}" destId="{5300320C-1274-4C48-BB2D-14E87F5E530E}" srcOrd="6" destOrd="0" presId="urn:microsoft.com/office/officeart/2005/8/layout/vList5"/>
    <dgm:cxn modelId="{9B23C0F3-4EF1-4959-BED7-FF780DBB62D2}" type="presParOf" srcId="{5300320C-1274-4C48-BB2D-14E87F5E530E}" destId="{58924E1B-9B60-4B40-AA51-131BD33BFCE4}" srcOrd="0" destOrd="0" presId="urn:microsoft.com/office/officeart/2005/8/layout/vList5"/>
    <dgm:cxn modelId="{8D140B4D-0779-4244-91E5-B01F29362313}" type="presParOf" srcId="{F7B65E8D-53A0-4C7F-B484-11CF8EF1D843}" destId="{6A0E47C5-3F5D-4EB5-9A97-E7B75A42CF49}" srcOrd="7" destOrd="0" presId="urn:microsoft.com/office/officeart/2005/8/layout/vList5"/>
    <dgm:cxn modelId="{48423E80-B528-4FA1-A9C7-41D9745B813A}" type="presParOf" srcId="{F7B65E8D-53A0-4C7F-B484-11CF8EF1D843}" destId="{1155CC23-3BAE-40A2-A817-B4C0928B2816}" srcOrd="8" destOrd="0" presId="urn:microsoft.com/office/officeart/2005/8/layout/vList5"/>
    <dgm:cxn modelId="{67C67725-E29F-44B3-8A84-7B923EF69EDC}" type="presParOf" srcId="{1155CC23-3BAE-40A2-A817-B4C0928B2816}" destId="{B35FE8D1-8C7F-4E24-A0AF-E5240224442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27361E1-E232-4826-88AF-3D36566653BA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EAB8327-F087-4713-B667-48BCEA97E94F}">
      <dgm:prSet/>
      <dgm:spPr/>
      <dgm:t>
        <a:bodyPr/>
        <a:lstStyle/>
        <a:p>
          <a:pPr algn="l">
            <a:defRPr cap="all"/>
          </a:pPr>
          <a:r>
            <a:rPr lang="en-US">
              <a:latin typeface="Times New Roman"/>
              <a:cs typeface="Times New Roman"/>
            </a:rPr>
            <a:t>MySQL</a:t>
          </a:r>
        </a:p>
      </dgm:t>
    </dgm:pt>
    <dgm:pt modelId="{C9C051AC-C9F3-4467-86F3-B022D497473D}" type="parTrans" cxnId="{737575B6-E9EA-4FD5-9E1D-C5112E4130B6}">
      <dgm:prSet/>
      <dgm:spPr/>
      <dgm:t>
        <a:bodyPr/>
        <a:lstStyle/>
        <a:p>
          <a:endParaRPr lang="en-US"/>
        </a:p>
      </dgm:t>
    </dgm:pt>
    <dgm:pt modelId="{4DBBE909-ABD3-4B34-AB1A-8228030E82BD}" type="sibTrans" cxnId="{737575B6-E9EA-4FD5-9E1D-C5112E4130B6}">
      <dgm:prSet/>
      <dgm:spPr/>
      <dgm:t>
        <a:bodyPr/>
        <a:lstStyle/>
        <a:p>
          <a:endParaRPr lang="en-US"/>
        </a:p>
      </dgm:t>
    </dgm:pt>
    <dgm:pt modelId="{91D2C9B1-8021-4885-8805-E4518B77C4FC}">
      <dgm:prSet/>
      <dgm:spPr/>
      <dgm:t>
        <a:bodyPr/>
        <a:lstStyle/>
        <a:p>
          <a:pPr algn="l">
            <a:defRPr cap="all"/>
          </a:pPr>
          <a:r>
            <a:rPr lang="en-US">
              <a:latin typeface="Times New Roman"/>
              <a:cs typeface="Times New Roman"/>
            </a:rPr>
            <a:t>MongoDB</a:t>
          </a:r>
        </a:p>
      </dgm:t>
    </dgm:pt>
    <dgm:pt modelId="{E74365A2-2960-4237-97A9-2298EEB29CAF}" type="parTrans" cxnId="{990E74D9-30C3-430E-9358-F583174F5E72}">
      <dgm:prSet/>
      <dgm:spPr/>
      <dgm:t>
        <a:bodyPr/>
        <a:lstStyle/>
        <a:p>
          <a:endParaRPr lang="en-US"/>
        </a:p>
      </dgm:t>
    </dgm:pt>
    <dgm:pt modelId="{E2ED80C4-68BC-4673-B77B-768DDF5E7101}" type="sibTrans" cxnId="{990E74D9-30C3-430E-9358-F583174F5E72}">
      <dgm:prSet/>
      <dgm:spPr/>
      <dgm:t>
        <a:bodyPr/>
        <a:lstStyle/>
        <a:p>
          <a:endParaRPr lang="en-US"/>
        </a:p>
      </dgm:t>
    </dgm:pt>
    <dgm:pt modelId="{88A0BB22-6E35-4C7F-BDB0-81CAD94105B0}">
      <dgm:prSet phldr="0"/>
      <dgm:spPr/>
      <dgm:t>
        <a:bodyPr/>
        <a:lstStyle/>
        <a:p>
          <a:pPr algn="l">
            <a:defRPr cap="all"/>
          </a:pPr>
          <a:r>
            <a:rPr lang="en-US">
              <a:latin typeface="Times New Roman"/>
              <a:cs typeface="Times New Roman"/>
            </a:rPr>
            <a:t>Database</a:t>
          </a:r>
        </a:p>
      </dgm:t>
    </dgm:pt>
    <dgm:pt modelId="{C6E223D9-FACC-414D-820E-1D68CE18D7C0}" type="parTrans" cxnId="{673026F6-29C2-4683-887B-3484EF0B5529}">
      <dgm:prSet/>
      <dgm:spPr/>
    </dgm:pt>
    <dgm:pt modelId="{F438B2BA-484A-412E-B337-70315C992552}" type="sibTrans" cxnId="{673026F6-29C2-4683-887B-3484EF0B5529}">
      <dgm:prSet/>
      <dgm:spPr/>
    </dgm:pt>
    <dgm:pt modelId="{F7B65E8D-53A0-4C7F-B484-11CF8EF1D843}" type="pres">
      <dgm:prSet presAssocID="{E27361E1-E232-4826-88AF-3D36566653BA}" presName="Name0" presStyleCnt="0">
        <dgm:presLayoutVars>
          <dgm:dir/>
          <dgm:animLvl val="lvl"/>
          <dgm:resizeHandles val="exact"/>
        </dgm:presLayoutVars>
      </dgm:prSet>
      <dgm:spPr/>
    </dgm:pt>
    <dgm:pt modelId="{8A00C75D-38BC-4782-A3D4-9802E7E3A940}" type="pres">
      <dgm:prSet presAssocID="{88A0BB22-6E35-4C7F-BDB0-81CAD94105B0}" presName="linNode" presStyleCnt="0"/>
      <dgm:spPr/>
    </dgm:pt>
    <dgm:pt modelId="{029065E7-9AC2-48DF-A70B-176CC52D6A5C}" type="pres">
      <dgm:prSet presAssocID="{88A0BB22-6E35-4C7F-BDB0-81CAD94105B0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06C7CE9A-3DDC-433D-BD17-C010F170A415}" type="pres">
      <dgm:prSet presAssocID="{F438B2BA-484A-412E-B337-70315C992552}" presName="sp" presStyleCnt="0"/>
      <dgm:spPr/>
    </dgm:pt>
    <dgm:pt modelId="{339A38FE-3E00-426A-A001-7381ACDCF870}" type="pres">
      <dgm:prSet presAssocID="{CEAB8327-F087-4713-B667-48BCEA97E94F}" presName="linNode" presStyleCnt="0"/>
      <dgm:spPr/>
    </dgm:pt>
    <dgm:pt modelId="{79074DDF-40C3-45C2-A712-E2F0F4A69994}" type="pres">
      <dgm:prSet presAssocID="{CEAB8327-F087-4713-B667-48BCEA97E94F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DFE83E33-9564-45FA-849D-4AA983D9C175}" type="pres">
      <dgm:prSet presAssocID="{4DBBE909-ABD3-4B34-AB1A-8228030E82BD}" presName="sp" presStyleCnt="0"/>
      <dgm:spPr/>
    </dgm:pt>
    <dgm:pt modelId="{1155CC23-3BAE-40A2-A817-B4C0928B2816}" type="pres">
      <dgm:prSet presAssocID="{91D2C9B1-8021-4885-8805-E4518B77C4FC}" presName="linNode" presStyleCnt="0"/>
      <dgm:spPr/>
    </dgm:pt>
    <dgm:pt modelId="{B35FE8D1-8C7F-4E24-A0AF-E52402244425}" type="pres">
      <dgm:prSet presAssocID="{91D2C9B1-8021-4885-8805-E4518B77C4FC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43D82724-5C44-408A-A40F-A0720668C819}" type="presOf" srcId="{CEAB8327-F087-4713-B667-48BCEA97E94F}" destId="{79074DDF-40C3-45C2-A712-E2F0F4A69994}" srcOrd="0" destOrd="0" presId="urn:microsoft.com/office/officeart/2005/8/layout/vList5"/>
    <dgm:cxn modelId="{7CAF5526-64A3-4FBF-94E5-D2983176965A}" type="presOf" srcId="{E27361E1-E232-4826-88AF-3D36566653BA}" destId="{F7B65E8D-53A0-4C7F-B484-11CF8EF1D843}" srcOrd="0" destOrd="0" presId="urn:microsoft.com/office/officeart/2005/8/layout/vList5"/>
    <dgm:cxn modelId="{7AED2F78-EB16-43A9-8D97-21D67125734F}" type="presOf" srcId="{88A0BB22-6E35-4C7F-BDB0-81CAD94105B0}" destId="{029065E7-9AC2-48DF-A70B-176CC52D6A5C}" srcOrd="0" destOrd="0" presId="urn:microsoft.com/office/officeart/2005/8/layout/vList5"/>
    <dgm:cxn modelId="{75554A7A-EBC8-4690-A82F-F5E38D24E237}" type="presOf" srcId="{91D2C9B1-8021-4885-8805-E4518B77C4FC}" destId="{B35FE8D1-8C7F-4E24-A0AF-E52402244425}" srcOrd="0" destOrd="0" presId="urn:microsoft.com/office/officeart/2005/8/layout/vList5"/>
    <dgm:cxn modelId="{737575B6-E9EA-4FD5-9E1D-C5112E4130B6}" srcId="{E27361E1-E232-4826-88AF-3D36566653BA}" destId="{CEAB8327-F087-4713-B667-48BCEA97E94F}" srcOrd="1" destOrd="0" parTransId="{C9C051AC-C9F3-4467-86F3-B022D497473D}" sibTransId="{4DBBE909-ABD3-4B34-AB1A-8228030E82BD}"/>
    <dgm:cxn modelId="{990E74D9-30C3-430E-9358-F583174F5E72}" srcId="{E27361E1-E232-4826-88AF-3D36566653BA}" destId="{91D2C9B1-8021-4885-8805-E4518B77C4FC}" srcOrd="2" destOrd="0" parTransId="{E74365A2-2960-4237-97A9-2298EEB29CAF}" sibTransId="{E2ED80C4-68BC-4673-B77B-768DDF5E7101}"/>
    <dgm:cxn modelId="{673026F6-29C2-4683-887B-3484EF0B5529}" srcId="{E27361E1-E232-4826-88AF-3D36566653BA}" destId="{88A0BB22-6E35-4C7F-BDB0-81CAD94105B0}" srcOrd="0" destOrd="0" parTransId="{C6E223D9-FACC-414D-820E-1D68CE18D7C0}" sibTransId="{F438B2BA-484A-412E-B337-70315C992552}"/>
    <dgm:cxn modelId="{9D6A8B71-2C88-454B-AF28-20F29C8BA02B}" type="presParOf" srcId="{F7B65E8D-53A0-4C7F-B484-11CF8EF1D843}" destId="{8A00C75D-38BC-4782-A3D4-9802E7E3A940}" srcOrd="0" destOrd="0" presId="urn:microsoft.com/office/officeart/2005/8/layout/vList5"/>
    <dgm:cxn modelId="{5D274925-9406-4746-A329-29E91B546745}" type="presParOf" srcId="{8A00C75D-38BC-4782-A3D4-9802E7E3A940}" destId="{029065E7-9AC2-48DF-A70B-176CC52D6A5C}" srcOrd="0" destOrd="0" presId="urn:microsoft.com/office/officeart/2005/8/layout/vList5"/>
    <dgm:cxn modelId="{A04CC707-999F-4606-B1B7-EE4B8F231ED4}" type="presParOf" srcId="{F7B65E8D-53A0-4C7F-B484-11CF8EF1D843}" destId="{06C7CE9A-3DDC-433D-BD17-C010F170A415}" srcOrd="1" destOrd="0" presId="urn:microsoft.com/office/officeart/2005/8/layout/vList5"/>
    <dgm:cxn modelId="{4DD6DE63-0288-46AD-BC9E-02E0EE9567D6}" type="presParOf" srcId="{F7B65E8D-53A0-4C7F-B484-11CF8EF1D843}" destId="{339A38FE-3E00-426A-A001-7381ACDCF870}" srcOrd="2" destOrd="0" presId="urn:microsoft.com/office/officeart/2005/8/layout/vList5"/>
    <dgm:cxn modelId="{871CAA2C-DC85-4E7B-9C59-56F3CFF1A094}" type="presParOf" srcId="{339A38FE-3E00-426A-A001-7381ACDCF870}" destId="{79074DDF-40C3-45C2-A712-E2F0F4A69994}" srcOrd="0" destOrd="0" presId="urn:microsoft.com/office/officeart/2005/8/layout/vList5"/>
    <dgm:cxn modelId="{AD3C6255-1E31-47EF-B11C-5FE34F9868F3}" type="presParOf" srcId="{F7B65E8D-53A0-4C7F-B484-11CF8EF1D843}" destId="{DFE83E33-9564-45FA-849D-4AA983D9C175}" srcOrd="3" destOrd="0" presId="urn:microsoft.com/office/officeart/2005/8/layout/vList5"/>
    <dgm:cxn modelId="{F2760138-CCC9-47D9-B95F-3909A694B5F2}" type="presParOf" srcId="{F7B65E8D-53A0-4C7F-B484-11CF8EF1D843}" destId="{1155CC23-3BAE-40A2-A817-B4C0928B2816}" srcOrd="4" destOrd="0" presId="urn:microsoft.com/office/officeart/2005/8/layout/vList5"/>
    <dgm:cxn modelId="{52EBA140-8C6C-4B06-A561-1BD829D00340}" type="presParOf" srcId="{1155CC23-3BAE-40A2-A817-B4C0928B2816}" destId="{B35FE8D1-8C7F-4E24-A0AF-E5240224442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7678F54-CA06-44DC-AEAA-6D7D2A1100A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B97B68B-F041-4510-9733-C2A7E628E6E2}">
      <dgm:prSet/>
      <dgm:spPr/>
      <dgm:t>
        <a:bodyPr/>
        <a:lstStyle/>
        <a:p>
          <a:r>
            <a:rPr lang="en-US"/>
            <a:t>Infrastructure Management System</a:t>
          </a:r>
        </a:p>
      </dgm:t>
    </dgm:pt>
    <dgm:pt modelId="{719802F7-BA36-400B-91C1-20872849F390}" type="parTrans" cxnId="{05126A11-5A5C-4054-B60A-79C896392EBA}">
      <dgm:prSet/>
      <dgm:spPr/>
      <dgm:t>
        <a:bodyPr/>
        <a:lstStyle/>
        <a:p>
          <a:endParaRPr lang="en-US"/>
        </a:p>
      </dgm:t>
    </dgm:pt>
    <dgm:pt modelId="{DA152342-56B6-489C-9722-316A4537CE95}" type="sibTrans" cxnId="{05126A11-5A5C-4054-B60A-79C896392EBA}">
      <dgm:prSet/>
      <dgm:spPr/>
      <dgm:t>
        <a:bodyPr/>
        <a:lstStyle/>
        <a:p>
          <a:endParaRPr lang="en-US"/>
        </a:p>
      </dgm:t>
    </dgm:pt>
    <dgm:pt modelId="{FEF4FF7D-E96A-4943-A8EB-EFDA104F37AB}">
      <dgm:prSet/>
      <dgm:spPr/>
      <dgm:t>
        <a:bodyPr/>
        <a:lstStyle/>
        <a:p>
          <a:r>
            <a:rPr lang="en-US" b="1"/>
            <a:t>Stack:</a:t>
          </a:r>
          <a:r>
            <a:rPr lang="en-US"/>
            <a:t> React · Firebase · Context API</a:t>
          </a:r>
        </a:p>
      </dgm:t>
    </dgm:pt>
    <dgm:pt modelId="{3AE4FE9A-F89E-4090-9A1E-A291390A7F61}" type="parTrans" cxnId="{0D3FDF80-167B-46F8-9A7E-A398AD2F70B8}">
      <dgm:prSet/>
      <dgm:spPr/>
      <dgm:t>
        <a:bodyPr/>
        <a:lstStyle/>
        <a:p>
          <a:endParaRPr lang="en-US"/>
        </a:p>
      </dgm:t>
    </dgm:pt>
    <dgm:pt modelId="{72BA26A1-31B6-43EC-A9CD-1961BD98A7CE}" type="sibTrans" cxnId="{0D3FDF80-167B-46F8-9A7E-A398AD2F70B8}">
      <dgm:prSet/>
      <dgm:spPr/>
      <dgm:t>
        <a:bodyPr/>
        <a:lstStyle/>
        <a:p>
          <a:endParaRPr lang="en-US"/>
        </a:p>
      </dgm:t>
    </dgm:pt>
    <dgm:pt modelId="{053B9B31-285B-41A1-9A2E-B8B86E292DC8}">
      <dgm:prSet/>
      <dgm:spPr/>
      <dgm:t>
        <a:bodyPr/>
        <a:lstStyle/>
        <a:p>
          <a:r>
            <a:rPr lang="en-US"/>
            <a:t>A modern issue reporting and management platform with secure authentication, role-based access control (Admin/Staff/User), premium features, and protected routing. Built using a scalable and modular architecture.</a:t>
          </a:r>
        </a:p>
      </dgm:t>
    </dgm:pt>
    <dgm:pt modelId="{BD9B2111-AD42-4130-BDB9-DF05F35F3A24}" type="parTrans" cxnId="{99646708-4893-428A-B78E-0DF5A46EE1F0}">
      <dgm:prSet/>
      <dgm:spPr/>
      <dgm:t>
        <a:bodyPr/>
        <a:lstStyle/>
        <a:p>
          <a:endParaRPr lang="en-US"/>
        </a:p>
      </dgm:t>
    </dgm:pt>
    <dgm:pt modelId="{99DD919F-26E1-44DF-99C3-A4FDBB43AB42}" type="sibTrans" cxnId="{99646708-4893-428A-B78E-0DF5A46EE1F0}">
      <dgm:prSet/>
      <dgm:spPr/>
      <dgm:t>
        <a:bodyPr/>
        <a:lstStyle/>
        <a:p>
          <a:endParaRPr lang="en-US"/>
        </a:p>
      </dgm:t>
    </dgm:pt>
    <dgm:pt modelId="{D593BB62-DCE0-4D8E-924B-D0D92B71CCE7}" type="pres">
      <dgm:prSet presAssocID="{47678F54-CA06-44DC-AEAA-6D7D2A1100A4}" presName="root" presStyleCnt="0">
        <dgm:presLayoutVars>
          <dgm:dir/>
          <dgm:resizeHandles val="exact"/>
        </dgm:presLayoutVars>
      </dgm:prSet>
      <dgm:spPr/>
    </dgm:pt>
    <dgm:pt modelId="{F7FD0040-8396-4C45-8070-7696EE3DAAFE}" type="pres">
      <dgm:prSet presAssocID="{7B97B68B-F041-4510-9733-C2A7E628E6E2}" presName="compNode" presStyleCnt="0"/>
      <dgm:spPr/>
    </dgm:pt>
    <dgm:pt modelId="{FED19435-F6FD-4C2D-952E-A4411CF9F4FF}" type="pres">
      <dgm:prSet presAssocID="{7B97B68B-F041-4510-9733-C2A7E628E6E2}" presName="bgRect" presStyleLbl="bgShp" presStyleIdx="0" presStyleCnt="3"/>
      <dgm:spPr/>
    </dgm:pt>
    <dgm:pt modelId="{1B1F6CD3-8CCB-486B-AD98-DAA225EE747D}" type="pres">
      <dgm:prSet presAssocID="{7B97B68B-F041-4510-9733-C2A7E628E6E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961E38B-2ABF-4A52-866F-AED95FADA4F3}" type="pres">
      <dgm:prSet presAssocID="{7B97B68B-F041-4510-9733-C2A7E628E6E2}" presName="spaceRect" presStyleCnt="0"/>
      <dgm:spPr/>
    </dgm:pt>
    <dgm:pt modelId="{515E587D-5273-4DCB-9B9B-1C7A8AFF0785}" type="pres">
      <dgm:prSet presAssocID="{7B97B68B-F041-4510-9733-C2A7E628E6E2}" presName="parTx" presStyleLbl="revTx" presStyleIdx="0" presStyleCnt="3">
        <dgm:presLayoutVars>
          <dgm:chMax val="0"/>
          <dgm:chPref val="0"/>
        </dgm:presLayoutVars>
      </dgm:prSet>
      <dgm:spPr/>
    </dgm:pt>
    <dgm:pt modelId="{EE5C9F9F-8C85-4AB6-B57F-C9B4B7606063}" type="pres">
      <dgm:prSet presAssocID="{DA152342-56B6-489C-9722-316A4537CE95}" presName="sibTrans" presStyleCnt="0"/>
      <dgm:spPr/>
    </dgm:pt>
    <dgm:pt modelId="{CEFD3E28-3037-4F9A-82F2-3115E1DCD4D4}" type="pres">
      <dgm:prSet presAssocID="{FEF4FF7D-E96A-4943-A8EB-EFDA104F37AB}" presName="compNode" presStyleCnt="0"/>
      <dgm:spPr/>
    </dgm:pt>
    <dgm:pt modelId="{0228995E-3067-4E39-95A1-7C63965EED33}" type="pres">
      <dgm:prSet presAssocID="{FEF4FF7D-E96A-4943-A8EB-EFDA104F37AB}" presName="bgRect" presStyleLbl="bgShp" presStyleIdx="1" presStyleCnt="3"/>
      <dgm:spPr/>
    </dgm:pt>
    <dgm:pt modelId="{441EAC81-0B17-423F-AFBF-C04C136259AD}" type="pres">
      <dgm:prSet presAssocID="{FEF4FF7D-E96A-4943-A8EB-EFDA104F37A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106FD187-9476-45B1-A556-CC3E3352C548}" type="pres">
      <dgm:prSet presAssocID="{FEF4FF7D-E96A-4943-A8EB-EFDA104F37AB}" presName="spaceRect" presStyleCnt="0"/>
      <dgm:spPr/>
    </dgm:pt>
    <dgm:pt modelId="{E1A62D2F-F384-4497-B444-70A5C02A28EE}" type="pres">
      <dgm:prSet presAssocID="{FEF4FF7D-E96A-4943-A8EB-EFDA104F37AB}" presName="parTx" presStyleLbl="revTx" presStyleIdx="1" presStyleCnt="3">
        <dgm:presLayoutVars>
          <dgm:chMax val="0"/>
          <dgm:chPref val="0"/>
        </dgm:presLayoutVars>
      </dgm:prSet>
      <dgm:spPr/>
    </dgm:pt>
    <dgm:pt modelId="{8CF1786B-E4F2-481E-8C08-F505BDC6C86F}" type="pres">
      <dgm:prSet presAssocID="{72BA26A1-31B6-43EC-A9CD-1961BD98A7CE}" presName="sibTrans" presStyleCnt="0"/>
      <dgm:spPr/>
    </dgm:pt>
    <dgm:pt modelId="{7A11C3FE-97B8-44A3-890D-51DD7DEEFDD1}" type="pres">
      <dgm:prSet presAssocID="{053B9B31-285B-41A1-9A2E-B8B86E292DC8}" presName="compNode" presStyleCnt="0"/>
      <dgm:spPr/>
    </dgm:pt>
    <dgm:pt modelId="{98C0EDF9-C7C4-4D13-93F4-A7D850EA078D}" type="pres">
      <dgm:prSet presAssocID="{053B9B31-285B-41A1-9A2E-B8B86E292DC8}" presName="bgRect" presStyleLbl="bgShp" presStyleIdx="2" presStyleCnt="3"/>
      <dgm:spPr/>
    </dgm:pt>
    <dgm:pt modelId="{F8D853CD-5786-47C4-8525-FF1C58FB3B64}" type="pres">
      <dgm:prSet presAssocID="{053B9B31-285B-41A1-9A2E-B8B86E292DC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3D0C2F7-E066-43FA-BCB4-72A5C2293B7D}" type="pres">
      <dgm:prSet presAssocID="{053B9B31-285B-41A1-9A2E-B8B86E292DC8}" presName="spaceRect" presStyleCnt="0"/>
      <dgm:spPr/>
    </dgm:pt>
    <dgm:pt modelId="{3F2EF073-A674-41C3-A3B7-E80D47010507}" type="pres">
      <dgm:prSet presAssocID="{053B9B31-285B-41A1-9A2E-B8B86E292DC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9646708-4893-428A-B78E-0DF5A46EE1F0}" srcId="{47678F54-CA06-44DC-AEAA-6D7D2A1100A4}" destId="{053B9B31-285B-41A1-9A2E-B8B86E292DC8}" srcOrd="2" destOrd="0" parTransId="{BD9B2111-AD42-4130-BDB9-DF05F35F3A24}" sibTransId="{99DD919F-26E1-44DF-99C3-A4FDBB43AB42}"/>
    <dgm:cxn modelId="{05126A11-5A5C-4054-B60A-79C896392EBA}" srcId="{47678F54-CA06-44DC-AEAA-6D7D2A1100A4}" destId="{7B97B68B-F041-4510-9733-C2A7E628E6E2}" srcOrd="0" destOrd="0" parTransId="{719802F7-BA36-400B-91C1-20872849F390}" sibTransId="{DA152342-56B6-489C-9722-316A4537CE95}"/>
    <dgm:cxn modelId="{0182F84A-5D2C-4F9C-A584-6FA4DB437269}" type="presOf" srcId="{053B9B31-285B-41A1-9A2E-B8B86E292DC8}" destId="{3F2EF073-A674-41C3-A3B7-E80D47010507}" srcOrd="0" destOrd="0" presId="urn:microsoft.com/office/officeart/2018/2/layout/IconVerticalSolidList"/>
    <dgm:cxn modelId="{E9CBD14E-4703-4AAA-A406-DEAC0324E562}" type="presOf" srcId="{FEF4FF7D-E96A-4943-A8EB-EFDA104F37AB}" destId="{E1A62D2F-F384-4497-B444-70A5C02A28EE}" srcOrd="0" destOrd="0" presId="urn:microsoft.com/office/officeart/2018/2/layout/IconVerticalSolidList"/>
    <dgm:cxn modelId="{0D3FDF80-167B-46F8-9A7E-A398AD2F70B8}" srcId="{47678F54-CA06-44DC-AEAA-6D7D2A1100A4}" destId="{FEF4FF7D-E96A-4943-A8EB-EFDA104F37AB}" srcOrd="1" destOrd="0" parTransId="{3AE4FE9A-F89E-4090-9A1E-A291390A7F61}" sibTransId="{72BA26A1-31B6-43EC-A9CD-1961BD98A7CE}"/>
    <dgm:cxn modelId="{97202385-A7D5-4F32-9EEF-ACF80DB58CE9}" type="presOf" srcId="{47678F54-CA06-44DC-AEAA-6D7D2A1100A4}" destId="{D593BB62-DCE0-4D8E-924B-D0D92B71CCE7}" srcOrd="0" destOrd="0" presId="urn:microsoft.com/office/officeart/2018/2/layout/IconVerticalSolidList"/>
    <dgm:cxn modelId="{AF8FD191-37BA-4B6A-A0FF-00BEB6DC3D76}" type="presOf" srcId="{7B97B68B-F041-4510-9733-C2A7E628E6E2}" destId="{515E587D-5273-4DCB-9B9B-1C7A8AFF0785}" srcOrd="0" destOrd="0" presId="urn:microsoft.com/office/officeart/2018/2/layout/IconVerticalSolidList"/>
    <dgm:cxn modelId="{C340B8A7-F13D-459F-8F91-C10F2D8393FA}" type="presParOf" srcId="{D593BB62-DCE0-4D8E-924B-D0D92B71CCE7}" destId="{F7FD0040-8396-4C45-8070-7696EE3DAAFE}" srcOrd="0" destOrd="0" presId="urn:microsoft.com/office/officeart/2018/2/layout/IconVerticalSolidList"/>
    <dgm:cxn modelId="{7F9EAF55-A0A8-4049-A316-9D76D9B92384}" type="presParOf" srcId="{F7FD0040-8396-4C45-8070-7696EE3DAAFE}" destId="{FED19435-F6FD-4C2D-952E-A4411CF9F4FF}" srcOrd="0" destOrd="0" presId="urn:microsoft.com/office/officeart/2018/2/layout/IconVerticalSolidList"/>
    <dgm:cxn modelId="{61B067F2-6638-4966-AC93-29EC2AFA68A7}" type="presParOf" srcId="{F7FD0040-8396-4C45-8070-7696EE3DAAFE}" destId="{1B1F6CD3-8CCB-486B-AD98-DAA225EE747D}" srcOrd="1" destOrd="0" presId="urn:microsoft.com/office/officeart/2018/2/layout/IconVerticalSolidList"/>
    <dgm:cxn modelId="{4AB4434F-3CF3-46ED-8584-D64B72E79F57}" type="presParOf" srcId="{F7FD0040-8396-4C45-8070-7696EE3DAAFE}" destId="{3961E38B-2ABF-4A52-866F-AED95FADA4F3}" srcOrd="2" destOrd="0" presId="urn:microsoft.com/office/officeart/2018/2/layout/IconVerticalSolidList"/>
    <dgm:cxn modelId="{39E71753-D0EA-4E79-A090-7ACB01B2DB0F}" type="presParOf" srcId="{F7FD0040-8396-4C45-8070-7696EE3DAAFE}" destId="{515E587D-5273-4DCB-9B9B-1C7A8AFF0785}" srcOrd="3" destOrd="0" presId="urn:microsoft.com/office/officeart/2018/2/layout/IconVerticalSolidList"/>
    <dgm:cxn modelId="{BF747561-2744-450C-A506-EC073B8ABEC9}" type="presParOf" srcId="{D593BB62-DCE0-4D8E-924B-D0D92B71CCE7}" destId="{EE5C9F9F-8C85-4AB6-B57F-C9B4B7606063}" srcOrd="1" destOrd="0" presId="urn:microsoft.com/office/officeart/2018/2/layout/IconVerticalSolidList"/>
    <dgm:cxn modelId="{904DAA04-6C58-4B91-8046-A8599651748D}" type="presParOf" srcId="{D593BB62-DCE0-4D8E-924B-D0D92B71CCE7}" destId="{CEFD3E28-3037-4F9A-82F2-3115E1DCD4D4}" srcOrd="2" destOrd="0" presId="urn:microsoft.com/office/officeart/2018/2/layout/IconVerticalSolidList"/>
    <dgm:cxn modelId="{5A0C8C43-5A60-4F60-ABDF-1173DD67FF7B}" type="presParOf" srcId="{CEFD3E28-3037-4F9A-82F2-3115E1DCD4D4}" destId="{0228995E-3067-4E39-95A1-7C63965EED33}" srcOrd="0" destOrd="0" presId="urn:microsoft.com/office/officeart/2018/2/layout/IconVerticalSolidList"/>
    <dgm:cxn modelId="{A869489E-7E13-4974-ABA8-2DE122F0D6D2}" type="presParOf" srcId="{CEFD3E28-3037-4F9A-82F2-3115E1DCD4D4}" destId="{441EAC81-0B17-423F-AFBF-C04C136259AD}" srcOrd="1" destOrd="0" presId="urn:microsoft.com/office/officeart/2018/2/layout/IconVerticalSolidList"/>
    <dgm:cxn modelId="{715A1680-8EDE-4AA7-9AA8-9E982080641D}" type="presParOf" srcId="{CEFD3E28-3037-4F9A-82F2-3115E1DCD4D4}" destId="{106FD187-9476-45B1-A556-CC3E3352C548}" srcOrd="2" destOrd="0" presId="urn:microsoft.com/office/officeart/2018/2/layout/IconVerticalSolidList"/>
    <dgm:cxn modelId="{E0D5D013-23C8-4A1F-99FF-E540C8D1B10A}" type="presParOf" srcId="{CEFD3E28-3037-4F9A-82F2-3115E1DCD4D4}" destId="{E1A62D2F-F384-4497-B444-70A5C02A28EE}" srcOrd="3" destOrd="0" presId="urn:microsoft.com/office/officeart/2018/2/layout/IconVerticalSolidList"/>
    <dgm:cxn modelId="{A871CCB0-0880-420E-ADA9-D4C2C8D1633B}" type="presParOf" srcId="{D593BB62-DCE0-4D8E-924B-D0D92B71CCE7}" destId="{8CF1786B-E4F2-481E-8C08-F505BDC6C86F}" srcOrd="3" destOrd="0" presId="urn:microsoft.com/office/officeart/2018/2/layout/IconVerticalSolidList"/>
    <dgm:cxn modelId="{8701E4A0-8CF1-4EAF-9FB3-E7CD66FF0AE5}" type="presParOf" srcId="{D593BB62-DCE0-4D8E-924B-D0D92B71CCE7}" destId="{7A11C3FE-97B8-44A3-890D-51DD7DEEFDD1}" srcOrd="4" destOrd="0" presId="urn:microsoft.com/office/officeart/2018/2/layout/IconVerticalSolidList"/>
    <dgm:cxn modelId="{A81CCBFC-7010-4D4D-8838-425BE60F9448}" type="presParOf" srcId="{7A11C3FE-97B8-44A3-890D-51DD7DEEFDD1}" destId="{98C0EDF9-C7C4-4D13-93F4-A7D850EA078D}" srcOrd="0" destOrd="0" presId="urn:microsoft.com/office/officeart/2018/2/layout/IconVerticalSolidList"/>
    <dgm:cxn modelId="{FA469F83-C68C-4DB9-990E-84CA96AACFA5}" type="presParOf" srcId="{7A11C3FE-97B8-44A3-890D-51DD7DEEFDD1}" destId="{F8D853CD-5786-47C4-8525-FF1C58FB3B64}" srcOrd="1" destOrd="0" presId="urn:microsoft.com/office/officeart/2018/2/layout/IconVerticalSolidList"/>
    <dgm:cxn modelId="{3924A006-A8C5-43DD-BDBB-8E64CD5975BF}" type="presParOf" srcId="{7A11C3FE-97B8-44A3-890D-51DD7DEEFDD1}" destId="{A3D0C2F7-E066-43FA-BCB4-72A5C2293B7D}" srcOrd="2" destOrd="0" presId="urn:microsoft.com/office/officeart/2018/2/layout/IconVerticalSolidList"/>
    <dgm:cxn modelId="{7BD72445-E561-403F-81FC-ADEDF24A65F3}" type="presParOf" srcId="{7A11C3FE-97B8-44A3-890D-51DD7DEEFDD1}" destId="{3F2EF073-A674-41C3-A3B7-E80D4701050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7678F54-CA06-44DC-AEAA-6D7D2A1100A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2_2" csCatId="accent2" phldr="1"/>
      <dgm:spPr/>
      <dgm:t>
        <a:bodyPr/>
        <a:lstStyle/>
        <a:p>
          <a:endParaRPr lang="en-US"/>
        </a:p>
      </dgm:t>
    </dgm:pt>
    <dgm:pt modelId="{7B97B68B-F041-4510-9733-C2A7E628E6E2}">
      <dgm:prSet/>
      <dgm:spPr/>
      <dgm:t>
        <a:bodyPr/>
        <a:lstStyle/>
        <a:p>
          <a:r>
            <a:rPr lang="en-US"/>
            <a:t>Motion Booster Platform</a:t>
          </a:r>
        </a:p>
      </dgm:t>
    </dgm:pt>
    <dgm:pt modelId="{719802F7-BA36-400B-91C1-20872849F390}" type="parTrans" cxnId="{05126A11-5A5C-4054-B60A-79C896392EBA}">
      <dgm:prSet/>
      <dgm:spPr/>
      <dgm:t>
        <a:bodyPr/>
        <a:lstStyle/>
        <a:p>
          <a:endParaRPr lang="en-US"/>
        </a:p>
      </dgm:t>
    </dgm:pt>
    <dgm:pt modelId="{DA152342-56B6-489C-9722-316A4537CE95}" type="sibTrans" cxnId="{05126A11-5A5C-4054-B60A-79C896392EBA}">
      <dgm:prSet/>
      <dgm:spPr/>
      <dgm:t>
        <a:bodyPr/>
        <a:lstStyle/>
        <a:p>
          <a:endParaRPr lang="en-US"/>
        </a:p>
      </dgm:t>
    </dgm:pt>
    <dgm:pt modelId="{FEF4FF7D-E96A-4943-A8EB-EFDA104F37AB}">
      <dgm:prSet/>
      <dgm:spPr/>
      <dgm:t>
        <a:bodyPr/>
        <a:lstStyle/>
        <a:p>
          <a:r>
            <a:rPr lang="en-US" b="1"/>
            <a:t>Stack:</a:t>
          </a:r>
          <a:r>
            <a:rPr lang="en-US"/>
            <a:t> Next.js · TypeScript · Prisma · Tailwind CSS</a:t>
          </a:r>
        </a:p>
      </dgm:t>
    </dgm:pt>
    <dgm:pt modelId="{3AE4FE9A-F89E-4090-9A1E-A291390A7F61}" type="parTrans" cxnId="{0D3FDF80-167B-46F8-9A7E-A398AD2F70B8}">
      <dgm:prSet/>
      <dgm:spPr/>
      <dgm:t>
        <a:bodyPr/>
        <a:lstStyle/>
        <a:p>
          <a:endParaRPr lang="en-US"/>
        </a:p>
      </dgm:t>
    </dgm:pt>
    <dgm:pt modelId="{72BA26A1-31B6-43EC-A9CD-1961BD98A7CE}" type="sibTrans" cxnId="{0D3FDF80-167B-46F8-9A7E-A398AD2F70B8}">
      <dgm:prSet/>
      <dgm:spPr/>
      <dgm:t>
        <a:bodyPr/>
        <a:lstStyle/>
        <a:p>
          <a:endParaRPr lang="en-US"/>
        </a:p>
      </dgm:t>
    </dgm:pt>
    <dgm:pt modelId="{053B9B31-285B-41A1-9A2E-B8B86E292DC8}">
      <dgm:prSet/>
      <dgm:spPr/>
      <dgm:t>
        <a:bodyPr/>
        <a:lstStyle/>
        <a:p>
          <a:r>
            <a:rPr lang="en-US"/>
            <a:t>A productivity and collaboration platform featuring secure authentication, team management, real-time chat using sockets, dashboard analytics, and a structured RESTful API architecture.</a:t>
          </a:r>
        </a:p>
      </dgm:t>
    </dgm:pt>
    <dgm:pt modelId="{BD9B2111-AD42-4130-BDB9-DF05F35F3A24}" type="parTrans" cxnId="{99646708-4893-428A-B78E-0DF5A46EE1F0}">
      <dgm:prSet/>
      <dgm:spPr/>
      <dgm:t>
        <a:bodyPr/>
        <a:lstStyle/>
        <a:p>
          <a:endParaRPr lang="en-US"/>
        </a:p>
      </dgm:t>
    </dgm:pt>
    <dgm:pt modelId="{99DD919F-26E1-44DF-99C3-A4FDBB43AB42}" type="sibTrans" cxnId="{99646708-4893-428A-B78E-0DF5A46EE1F0}">
      <dgm:prSet/>
      <dgm:spPr/>
      <dgm:t>
        <a:bodyPr/>
        <a:lstStyle/>
        <a:p>
          <a:endParaRPr lang="en-US"/>
        </a:p>
      </dgm:t>
    </dgm:pt>
    <dgm:pt modelId="{D593BB62-DCE0-4D8E-924B-D0D92B71CCE7}" type="pres">
      <dgm:prSet presAssocID="{47678F54-CA06-44DC-AEAA-6D7D2A1100A4}" presName="root" presStyleCnt="0">
        <dgm:presLayoutVars>
          <dgm:dir/>
          <dgm:resizeHandles val="exact"/>
        </dgm:presLayoutVars>
      </dgm:prSet>
      <dgm:spPr/>
    </dgm:pt>
    <dgm:pt modelId="{F7FD0040-8396-4C45-8070-7696EE3DAAFE}" type="pres">
      <dgm:prSet presAssocID="{7B97B68B-F041-4510-9733-C2A7E628E6E2}" presName="compNode" presStyleCnt="0"/>
      <dgm:spPr/>
    </dgm:pt>
    <dgm:pt modelId="{FED19435-F6FD-4C2D-952E-A4411CF9F4FF}" type="pres">
      <dgm:prSet presAssocID="{7B97B68B-F041-4510-9733-C2A7E628E6E2}" presName="bgRect" presStyleLbl="bgShp" presStyleIdx="0" presStyleCnt="3"/>
      <dgm:spPr/>
    </dgm:pt>
    <dgm:pt modelId="{1B1F6CD3-8CCB-486B-AD98-DAA225EE747D}" type="pres">
      <dgm:prSet presAssocID="{7B97B68B-F041-4510-9733-C2A7E628E6E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961E38B-2ABF-4A52-866F-AED95FADA4F3}" type="pres">
      <dgm:prSet presAssocID="{7B97B68B-F041-4510-9733-C2A7E628E6E2}" presName="spaceRect" presStyleCnt="0"/>
      <dgm:spPr/>
    </dgm:pt>
    <dgm:pt modelId="{515E587D-5273-4DCB-9B9B-1C7A8AFF0785}" type="pres">
      <dgm:prSet presAssocID="{7B97B68B-F041-4510-9733-C2A7E628E6E2}" presName="parTx" presStyleLbl="revTx" presStyleIdx="0" presStyleCnt="3">
        <dgm:presLayoutVars>
          <dgm:chMax val="0"/>
          <dgm:chPref val="0"/>
        </dgm:presLayoutVars>
      </dgm:prSet>
      <dgm:spPr/>
    </dgm:pt>
    <dgm:pt modelId="{EE5C9F9F-8C85-4AB6-B57F-C9B4B7606063}" type="pres">
      <dgm:prSet presAssocID="{DA152342-56B6-489C-9722-316A4537CE95}" presName="sibTrans" presStyleCnt="0"/>
      <dgm:spPr/>
    </dgm:pt>
    <dgm:pt modelId="{CEFD3E28-3037-4F9A-82F2-3115E1DCD4D4}" type="pres">
      <dgm:prSet presAssocID="{FEF4FF7D-E96A-4943-A8EB-EFDA104F37AB}" presName="compNode" presStyleCnt="0"/>
      <dgm:spPr/>
    </dgm:pt>
    <dgm:pt modelId="{0228995E-3067-4E39-95A1-7C63965EED33}" type="pres">
      <dgm:prSet presAssocID="{FEF4FF7D-E96A-4943-A8EB-EFDA104F37AB}" presName="bgRect" presStyleLbl="bgShp" presStyleIdx="1" presStyleCnt="3"/>
      <dgm:spPr/>
    </dgm:pt>
    <dgm:pt modelId="{441EAC81-0B17-423F-AFBF-C04C136259AD}" type="pres">
      <dgm:prSet presAssocID="{FEF4FF7D-E96A-4943-A8EB-EFDA104F37A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106FD187-9476-45B1-A556-CC3E3352C548}" type="pres">
      <dgm:prSet presAssocID="{FEF4FF7D-E96A-4943-A8EB-EFDA104F37AB}" presName="spaceRect" presStyleCnt="0"/>
      <dgm:spPr/>
    </dgm:pt>
    <dgm:pt modelId="{E1A62D2F-F384-4497-B444-70A5C02A28EE}" type="pres">
      <dgm:prSet presAssocID="{FEF4FF7D-E96A-4943-A8EB-EFDA104F37AB}" presName="parTx" presStyleLbl="revTx" presStyleIdx="1" presStyleCnt="3">
        <dgm:presLayoutVars>
          <dgm:chMax val="0"/>
          <dgm:chPref val="0"/>
        </dgm:presLayoutVars>
      </dgm:prSet>
      <dgm:spPr/>
    </dgm:pt>
    <dgm:pt modelId="{8CF1786B-E4F2-481E-8C08-F505BDC6C86F}" type="pres">
      <dgm:prSet presAssocID="{72BA26A1-31B6-43EC-A9CD-1961BD98A7CE}" presName="sibTrans" presStyleCnt="0"/>
      <dgm:spPr/>
    </dgm:pt>
    <dgm:pt modelId="{7A11C3FE-97B8-44A3-890D-51DD7DEEFDD1}" type="pres">
      <dgm:prSet presAssocID="{053B9B31-285B-41A1-9A2E-B8B86E292DC8}" presName="compNode" presStyleCnt="0"/>
      <dgm:spPr/>
    </dgm:pt>
    <dgm:pt modelId="{98C0EDF9-C7C4-4D13-93F4-A7D850EA078D}" type="pres">
      <dgm:prSet presAssocID="{053B9B31-285B-41A1-9A2E-B8B86E292DC8}" presName="bgRect" presStyleLbl="bgShp" presStyleIdx="2" presStyleCnt="3"/>
      <dgm:spPr/>
    </dgm:pt>
    <dgm:pt modelId="{F8D853CD-5786-47C4-8525-FF1C58FB3B64}" type="pres">
      <dgm:prSet presAssocID="{053B9B31-285B-41A1-9A2E-B8B86E292DC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3D0C2F7-E066-43FA-BCB4-72A5C2293B7D}" type="pres">
      <dgm:prSet presAssocID="{053B9B31-285B-41A1-9A2E-B8B86E292DC8}" presName="spaceRect" presStyleCnt="0"/>
      <dgm:spPr/>
    </dgm:pt>
    <dgm:pt modelId="{3F2EF073-A674-41C3-A3B7-E80D47010507}" type="pres">
      <dgm:prSet presAssocID="{053B9B31-285B-41A1-9A2E-B8B86E292DC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9646708-4893-428A-B78E-0DF5A46EE1F0}" srcId="{47678F54-CA06-44DC-AEAA-6D7D2A1100A4}" destId="{053B9B31-285B-41A1-9A2E-B8B86E292DC8}" srcOrd="2" destOrd="0" parTransId="{BD9B2111-AD42-4130-BDB9-DF05F35F3A24}" sibTransId="{99DD919F-26E1-44DF-99C3-A4FDBB43AB42}"/>
    <dgm:cxn modelId="{05126A11-5A5C-4054-B60A-79C896392EBA}" srcId="{47678F54-CA06-44DC-AEAA-6D7D2A1100A4}" destId="{7B97B68B-F041-4510-9733-C2A7E628E6E2}" srcOrd="0" destOrd="0" parTransId="{719802F7-BA36-400B-91C1-20872849F390}" sibTransId="{DA152342-56B6-489C-9722-316A4537CE95}"/>
    <dgm:cxn modelId="{F1310167-DA11-4F07-8CDA-F38E35E612FF}" type="presOf" srcId="{7B97B68B-F041-4510-9733-C2A7E628E6E2}" destId="{515E587D-5273-4DCB-9B9B-1C7A8AFF0785}" srcOrd="0" destOrd="0" presId="urn:microsoft.com/office/officeart/2018/2/layout/IconVerticalSolidList"/>
    <dgm:cxn modelId="{58D19467-BB1F-4AD3-AA90-938210C8B6E4}" type="presOf" srcId="{053B9B31-285B-41A1-9A2E-B8B86E292DC8}" destId="{3F2EF073-A674-41C3-A3B7-E80D47010507}" srcOrd="0" destOrd="0" presId="urn:microsoft.com/office/officeart/2018/2/layout/IconVerticalSolidList"/>
    <dgm:cxn modelId="{E2331B68-B997-4CB5-AC27-0BF4C7CA8A0C}" type="presOf" srcId="{FEF4FF7D-E96A-4943-A8EB-EFDA104F37AB}" destId="{E1A62D2F-F384-4497-B444-70A5C02A28EE}" srcOrd="0" destOrd="0" presId="urn:microsoft.com/office/officeart/2018/2/layout/IconVerticalSolidList"/>
    <dgm:cxn modelId="{0D3FDF80-167B-46F8-9A7E-A398AD2F70B8}" srcId="{47678F54-CA06-44DC-AEAA-6D7D2A1100A4}" destId="{FEF4FF7D-E96A-4943-A8EB-EFDA104F37AB}" srcOrd="1" destOrd="0" parTransId="{3AE4FE9A-F89E-4090-9A1E-A291390A7F61}" sibTransId="{72BA26A1-31B6-43EC-A9CD-1961BD98A7CE}"/>
    <dgm:cxn modelId="{97202385-A7D5-4F32-9EEF-ACF80DB58CE9}" type="presOf" srcId="{47678F54-CA06-44DC-AEAA-6D7D2A1100A4}" destId="{D593BB62-DCE0-4D8E-924B-D0D92B71CCE7}" srcOrd="0" destOrd="0" presId="urn:microsoft.com/office/officeart/2018/2/layout/IconVerticalSolidList"/>
    <dgm:cxn modelId="{545C6F79-F5E3-4896-8C2E-FA8E346D4E19}" type="presParOf" srcId="{D593BB62-DCE0-4D8E-924B-D0D92B71CCE7}" destId="{F7FD0040-8396-4C45-8070-7696EE3DAAFE}" srcOrd="0" destOrd="0" presId="urn:microsoft.com/office/officeart/2018/2/layout/IconVerticalSolidList"/>
    <dgm:cxn modelId="{B28D574B-DF72-4929-A118-9B5799AFC912}" type="presParOf" srcId="{F7FD0040-8396-4C45-8070-7696EE3DAAFE}" destId="{FED19435-F6FD-4C2D-952E-A4411CF9F4FF}" srcOrd="0" destOrd="0" presId="urn:microsoft.com/office/officeart/2018/2/layout/IconVerticalSolidList"/>
    <dgm:cxn modelId="{B8CDF6E0-03A0-4B0D-9B48-2C5924F1A110}" type="presParOf" srcId="{F7FD0040-8396-4C45-8070-7696EE3DAAFE}" destId="{1B1F6CD3-8CCB-486B-AD98-DAA225EE747D}" srcOrd="1" destOrd="0" presId="urn:microsoft.com/office/officeart/2018/2/layout/IconVerticalSolidList"/>
    <dgm:cxn modelId="{F9B78151-8F78-491A-851E-D2C97B4CABD7}" type="presParOf" srcId="{F7FD0040-8396-4C45-8070-7696EE3DAAFE}" destId="{3961E38B-2ABF-4A52-866F-AED95FADA4F3}" srcOrd="2" destOrd="0" presId="urn:microsoft.com/office/officeart/2018/2/layout/IconVerticalSolidList"/>
    <dgm:cxn modelId="{B0807E70-C625-4C6E-97AF-B7EF8E01CC0A}" type="presParOf" srcId="{F7FD0040-8396-4C45-8070-7696EE3DAAFE}" destId="{515E587D-5273-4DCB-9B9B-1C7A8AFF0785}" srcOrd="3" destOrd="0" presId="urn:microsoft.com/office/officeart/2018/2/layout/IconVerticalSolidList"/>
    <dgm:cxn modelId="{07CB3675-06A0-4811-9C68-1D85B43FA6D5}" type="presParOf" srcId="{D593BB62-DCE0-4D8E-924B-D0D92B71CCE7}" destId="{EE5C9F9F-8C85-4AB6-B57F-C9B4B7606063}" srcOrd="1" destOrd="0" presId="urn:microsoft.com/office/officeart/2018/2/layout/IconVerticalSolidList"/>
    <dgm:cxn modelId="{DF16287F-9D47-4D71-B863-79C752E302AC}" type="presParOf" srcId="{D593BB62-DCE0-4D8E-924B-D0D92B71CCE7}" destId="{CEFD3E28-3037-4F9A-82F2-3115E1DCD4D4}" srcOrd="2" destOrd="0" presId="urn:microsoft.com/office/officeart/2018/2/layout/IconVerticalSolidList"/>
    <dgm:cxn modelId="{789825E3-57F1-44A2-887E-7B1CFEE0DBDC}" type="presParOf" srcId="{CEFD3E28-3037-4F9A-82F2-3115E1DCD4D4}" destId="{0228995E-3067-4E39-95A1-7C63965EED33}" srcOrd="0" destOrd="0" presId="urn:microsoft.com/office/officeart/2018/2/layout/IconVerticalSolidList"/>
    <dgm:cxn modelId="{19B23372-C889-492B-8F65-2EC678D0A7FB}" type="presParOf" srcId="{CEFD3E28-3037-4F9A-82F2-3115E1DCD4D4}" destId="{441EAC81-0B17-423F-AFBF-C04C136259AD}" srcOrd="1" destOrd="0" presId="urn:microsoft.com/office/officeart/2018/2/layout/IconVerticalSolidList"/>
    <dgm:cxn modelId="{A076B8BD-C117-4000-B748-F89D00F21C7C}" type="presParOf" srcId="{CEFD3E28-3037-4F9A-82F2-3115E1DCD4D4}" destId="{106FD187-9476-45B1-A556-CC3E3352C548}" srcOrd="2" destOrd="0" presId="urn:microsoft.com/office/officeart/2018/2/layout/IconVerticalSolidList"/>
    <dgm:cxn modelId="{147B0176-8618-4F32-B9B9-4AD0FBE74A2D}" type="presParOf" srcId="{CEFD3E28-3037-4F9A-82F2-3115E1DCD4D4}" destId="{E1A62D2F-F384-4497-B444-70A5C02A28EE}" srcOrd="3" destOrd="0" presId="urn:microsoft.com/office/officeart/2018/2/layout/IconVerticalSolidList"/>
    <dgm:cxn modelId="{FC218593-DA05-4666-BCA0-5EC693DF3971}" type="presParOf" srcId="{D593BB62-DCE0-4D8E-924B-D0D92B71CCE7}" destId="{8CF1786B-E4F2-481E-8C08-F505BDC6C86F}" srcOrd="3" destOrd="0" presId="urn:microsoft.com/office/officeart/2018/2/layout/IconVerticalSolidList"/>
    <dgm:cxn modelId="{40DD0EE3-B1A4-4BDF-87CF-EBB6D23E2EDC}" type="presParOf" srcId="{D593BB62-DCE0-4D8E-924B-D0D92B71CCE7}" destId="{7A11C3FE-97B8-44A3-890D-51DD7DEEFDD1}" srcOrd="4" destOrd="0" presId="urn:microsoft.com/office/officeart/2018/2/layout/IconVerticalSolidList"/>
    <dgm:cxn modelId="{4232334A-A331-42B9-A651-BC234DB25B51}" type="presParOf" srcId="{7A11C3FE-97B8-44A3-890D-51DD7DEEFDD1}" destId="{98C0EDF9-C7C4-4D13-93F4-A7D850EA078D}" srcOrd="0" destOrd="0" presId="urn:microsoft.com/office/officeart/2018/2/layout/IconVerticalSolidList"/>
    <dgm:cxn modelId="{942CF5D6-844B-4191-9106-A73E9492A994}" type="presParOf" srcId="{7A11C3FE-97B8-44A3-890D-51DD7DEEFDD1}" destId="{F8D853CD-5786-47C4-8525-FF1C58FB3B64}" srcOrd="1" destOrd="0" presId="urn:microsoft.com/office/officeart/2018/2/layout/IconVerticalSolidList"/>
    <dgm:cxn modelId="{4733F999-7AB5-4898-BE58-73E37D358A6F}" type="presParOf" srcId="{7A11C3FE-97B8-44A3-890D-51DD7DEEFDD1}" destId="{A3D0C2F7-E066-43FA-BCB4-72A5C2293B7D}" srcOrd="2" destOrd="0" presId="urn:microsoft.com/office/officeart/2018/2/layout/IconVerticalSolidList"/>
    <dgm:cxn modelId="{2CC0E904-E0A6-41AE-AE44-D375D63CDDCB}" type="presParOf" srcId="{7A11C3FE-97B8-44A3-890D-51DD7DEEFDD1}" destId="{3F2EF073-A674-41C3-A3B7-E80D4701050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7678F54-CA06-44DC-AEAA-6D7D2A1100A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B97B68B-F041-4510-9733-C2A7E628E6E2}">
      <dgm:prSet/>
      <dgm:spPr/>
      <dgm:t>
        <a:bodyPr/>
        <a:lstStyle/>
        <a:p>
          <a:r>
            <a:rPr lang="en-US" err="1"/>
            <a:t>TaskFlow</a:t>
          </a:r>
          <a:r>
            <a:rPr lang="en-US"/>
            <a:t> – SaaS Project Management</a:t>
          </a:r>
        </a:p>
      </dgm:t>
    </dgm:pt>
    <dgm:pt modelId="{719802F7-BA36-400B-91C1-20872849F390}" type="parTrans" cxnId="{05126A11-5A5C-4054-B60A-79C896392EBA}">
      <dgm:prSet/>
      <dgm:spPr/>
      <dgm:t>
        <a:bodyPr/>
        <a:lstStyle/>
        <a:p>
          <a:endParaRPr lang="en-US"/>
        </a:p>
      </dgm:t>
    </dgm:pt>
    <dgm:pt modelId="{DA152342-56B6-489C-9722-316A4537CE95}" type="sibTrans" cxnId="{05126A11-5A5C-4054-B60A-79C896392EBA}">
      <dgm:prSet/>
      <dgm:spPr/>
      <dgm:t>
        <a:bodyPr/>
        <a:lstStyle/>
        <a:p>
          <a:endParaRPr lang="en-US"/>
        </a:p>
      </dgm:t>
    </dgm:pt>
    <dgm:pt modelId="{FEF4FF7D-E96A-4943-A8EB-EFDA104F37AB}">
      <dgm:prSet/>
      <dgm:spPr/>
      <dgm:t>
        <a:bodyPr/>
        <a:lstStyle/>
        <a:p>
          <a:r>
            <a:rPr lang="en-US" b="1"/>
            <a:t>Stack:</a:t>
          </a:r>
          <a:r>
            <a:rPr lang="en-US"/>
            <a:t> Node.js · Express · PostgreSQL · JWT</a:t>
          </a:r>
        </a:p>
      </dgm:t>
    </dgm:pt>
    <dgm:pt modelId="{3AE4FE9A-F89E-4090-9A1E-A291390A7F61}" type="parTrans" cxnId="{0D3FDF80-167B-46F8-9A7E-A398AD2F70B8}">
      <dgm:prSet/>
      <dgm:spPr/>
      <dgm:t>
        <a:bodyPr/>
        <a:lstStyle/>
        <a:p>
          <a:endParaRPr lang="en-US"/>
        </a:p>
      </dgm:t>
    </dgm:pt>
    <dgm:pt modelId="{72BA26A1-31B6-43EC-A9CD-1961BD98A7CE}" type="sibTrans" cxnId="{0D3FDF80-167B-46F8-9A7E-A398AD2F70B8}">
      <dgm:prSet/>
      <dgm:spPr/>
      <dgm:t>
        <a:bodyPr/>
        <a:lstStyle/>
        <a:p>
          <a:endParaRPr lang="en-US"/>
        </a:p>
      </dgm:t>
    </dgm:pt>
    <dgm:pt modelId="{053B9B31-285B-41A1-9A2E-B8B86E292DC8}">
      <dgm:prSet/>
      <dgm:spPr/>
      <dgm:t>
        <a:bodyPr/>
        <a:lstStyle/>
        <a:p>
          <a:r>
            <a:rPr lang="en-US"/>
            <a:t>A cloud-based project and task management system with role-based access control, subscription model, payment integration, and scalable backend architecture designed for production-level environments.</a:t>
          </a:r>
        </a:p>
      </dgm:t>
    </dgm:pt>
    <dgm:pt modelId="{BD9B2111-AD42-4130-BDB9-DF05F35F3A24}" type="parTrans" cxnId="{99646708-4893-428A-B78E-0DF5A46EE1F0}">
      <dgm:prSet/>
      <dgm:spPr/>
      <dgm:t>
        <a:bodyPr/>
        <a:lstStyle/>
        <a:p>
          <a:endParaRPr lang="en-US"/>
        </a:p>
      </dgm:t>
    </dgm:pt>
    <dgm:pt modelId="{99DD919F-26E1-44DF-99C3-A4FDBB43AB42}" type="sibTrans" cxnId="{99646708-4893-428A-B78E-0DF5A46EE1F0}">
      <dgm:prSet/>
      <dgm:spPr/>
      <dgm:t>
        <a:bodyPr/>
        <a:lstStyle/>
        <a:p>
          <a:endParaRPr lang="en-US"/>
        </a:p>
      </dgm:t>
    </dgm:pt>
    <dgm:pt modelId="{D593BB62-DCE0-4D8E-924B-D0D92B71CCE7}" type="pres">
      <dgm:prSet presAssocID="{47678F54-CA06-44DC-AEAA-6D7D2A1100A4}" presName="root" presStyleCnt="0">
        <dgm:presLayoutVars>
          <dgm:dir/>
          <dgm:resizeHandles val="exact"/>
        </dgm:presLayoutVars>
      </dgm:prSet>
      <dgm:spPr/>
    </dgm:pt>
    <dgm:pt modelId="{F7FD0040-8396-4C45-8070-7696EE3DAAFE}" type="pres">
      <dgm:prSet presAssocID="{7B97B68B-F041-4510-9733-C2A7E628E6E2}" presName="compNode" presStyleCnt="0"/>
      <dgm:spPr/>
    </dgm:pt>
    <dgm:pt modelId="{FED19435-F6FD-4C2D-952E-A4411CF9F4FF}" type="pres">
      <dgm:prSet presAssocID="{7B97B68B-F041-4510-9733-C2A7E628E6E2}" presName="bgRect" presStyleLbl="bgShp" presStyleIdx="0" presStyleCnt="3"/>
      <dgm:spPr/>
    </dgm:pt>
    <dgm:pt modelId="{1B1F6CD3-8CCB-486B-AD98-DAA225EE747D}" type="pres">
      <dgm:prSet presAssocID="{7B97B68B-F041-4510-9733-C2A7E628E6E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961E38B-2ABF-4A52-866F-AED95FADA4F3}" type="pres">
      <dgm:prSet presAssocID="{7B97B68B-F041-4510-9733-C2A7E628E6E2}" presName="spaceRect" presStyleCnt="0"/>
      <dgm:spPr/>
    </dgm:pt>
    <dgm:pt modelId="{515E587D-5273-4DCB-9B9B-1C7A8AFF0785}" type="pres">
      <dgm:prSet presAssocID="{7B97B68B-F041-4510-9733-C2A7E628E6E2}" presName="parTx" presStyleLbl="revTx" presStyleIdx="0" presStyleCnt="3">
        <dgm:presLayoutVars>
          <dgm:chMax val="0"/>
          <dgm:chPref val="0"/>
        </dgm:presLayoutVars>
      </dgm:prSet>
      <dgm:spPr/>
    </dgm:pt>
    <dgm:pt modelId="{EE5C9F9F-8C85-4AB6-B57F-C9B4B7606063}" type="pres">
      <dgm:prSet presAssocID="{DA152342-56B6-489C-9722-316A4537CE95}" presName="sibTrans" presStyleCnt="0"/>
      <dgm:spPr/>
    </dgm:pt>
    <dgm:pt modelId="{CEFD3E28-3037-4F9A-82F2-3115E1DCD4D4}" type="pres">
      <dgm:prSet presAssocID="{FEF4FF7D-E96A-4943-A8EB-EFDA104F37AB}" presName="compNode" presStyleCnt="0"/>
      <dgm:spPr/>
    </dgm:pt>
    <dgm:pt modelId="{0228995E-3067-4E39-95A1-7C63965EED33}" type="pres">
      <dgm:prSet presAssocID="{FEF4FF7D-E96A-4943-A8EB-EFDA104F37AB}" presName="bgRect" presStyleLbl="bgShp" presStyleIdx="1" presStyleCnt="3"/>
      <dgm:spPr/>
    </dgm:pt>
    <dgm:pt modelId="{441EAC81-0B17-423F-AFBF-C04C136259AD}" type="pres">
      <dgm:prSet presAssocID="{FEF4FF7D-E96A-4943-A8EB-EFDA104F37A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106FD187-9476-45B1-A556-CC3E3352C548}" type="pres">
      <dgm:prSet presAssocID="{FEF4FF7D-E96A-4943-A8EB-EFDA104F37AB}" presName="spaceRect" presStyleCnt="0"/>
      <dgm:spPr/>
    </dgm:pt>
    <dgm:pt modelId="{E1A62D2F-F384-4497-B444-70A5C02A28EE}" type="pres">
      <dgm:prSet presAssocID="{FEF4FF7D-E96A-4943-A8EB-EFDA104F37AB}" presName="parTx" presStyleLbl="revTx" presStyleIdx="1" presStyleCnt="3">
        <dgm:presLayoutVars>
          <dgm:chMax val="0"/>
          <dgm:chPref val="0"/>
        </dgm:presLayoutVars>
      </dgm:prSet>
      <dgm:spPr/>
    </dgm:pt>
    <dgm:pt modelId="{8CF1786B-E4F2-481E-8C08-F505BDC6C86F}" type="pres">
      <dgm:prSet presAssocID="{72BA26A1-31B6-43EC-A9CD-1961BD98A7CE}" presName="sibTrans" presStyleCnt="0"/>
      <dgm:spPr/>
    </dgm:pt>
    <dgm:pt modelId="{7A11C3FE-97B8-44A3-890D-51DD7DEEFDD1}" type="pres">
      <dgm:prSet presAssocID="{053B9B31-285B-41A1-9A2E-B8B86E292DC8}" presName="compNode" presStyleCnt="0"/>
      <dgm:spPr/>
    </dgm:pt>
    <dgm:pt modelId="{98C0EDF9-C7C4-4D13-93F4-A7D850EA078D}" type="pres">
      <dgm:prSet presAssocID="{053B9B31-285B-41A1-9A2E-B8B86E292DC8}" presName="bgRect" presStyleLbl="bgShp" presStyleIdx="2" presStyleCnt="3"/>
      <dgm:spPr/>
    </dgm:pt>
    <dgm:pt modelId="{F8D853CD-5786-47C4-8525-FF1C58FB3B64}" type="pres">
      <dgm:prSet presAssocID="{053B9B31-285B-41A1-9A2E-B8B86E292DC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3D0C2F7-E066-43FA-BCB4-72A5C2293B7D}" type="pres">
      <dgm:prSet presAssocID="{053B9B31-285B-41A1-9A2E-B8B86E292DC8}" presName="spaceRect" presStyleCnt="0"/>
      <dgm:spPr/>
    </dgm:pt>
    <dgm:pt modelId="{3F2EF073-A674-41C3-A3B7-E80D47010507}" type="pres">
      <dgm:prSet presAssocID="{053B9B31-285B-41A1-9A2E-B8B86E292DC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9646708-4893-428A-B78E-0DF5A46EE1F0}" srcId="{47678F54-CA06-44DC-AEAA-6D7D2A1100A4}" destId="{053B9B31-285B-41A1-9A2E-B8B86E292DC8}" srcOrd="2" destOrd="0" parTransId="{BD9B2111-AD42-4130-BDB9-DF05F35F3A24}" sibTransId="{99DD919F-26E1-44DF-99C3-A4FDBB43AB42}"/>
    <dgm:cxn modelId="{05126A11-5A5C-4054-B60A-79C896392EBA}" srcId="{47678F54-CA06-44DC-AEAA-6D7D2A1100A4}" destId="{7B97B68B-F041-4510-9733-C2A7E628E6E2}" srcOrd="0" destOrd="0" parTransId="{719802F7-BA36-400B-91C1-20872849F390}" sibTransId="{DA152342-56B6-489C-9722-316A4537CE95}"/>
    <dgm:cxn modelId="{0D3FDF80-167B-46F8-9A7E-A398AD2F70B8}" srcId="{47678F54-CA06-44DC-AEAA-6D7D2A1100A4}" destId="{FEF4FF7D-E96A-4943-A8EB-EFDA104F37AB}" srcOrd="1" destOrd="0" parTransId="{3AE4FE9A-F89E-4090-9A1E-A291390A7F61}" sibTransId="{72BA26A1-31B6-43EC-A9CD-1961BD98A7CE}"/>
    <dgm:cxn modelId="{6F39FE83-B524-4670-9A7A-7CF3D6761BBF}" type="presOf" srcId="{7B97B68B-F041-4510-9733-C2A7E628E6E2}" destId="{515E587D-5273-4DCB-9B9B-1C7A8AFF0785}" srcOrd="0" destOrd="0" presId="urn:microsoft.com/office/officeart/2018/2/layout/IconVerticalSolidList"/>
    <dgm:cxn modelId="{97202385-A7D5-4F32-9EEF-ACF80DB58CE9}" type="presOf" srcId="{47678F54-CA06-44DC-AEAA-6D7D2A1100A4}" destId="{D593BB62-DCE0-4D8E-924B-D0D92B71CCE7}" srcOrd="0" destOrd="0" presId="urn:microsoft.com/office/officeart/2018/2/layout/IconVerticalSolidList"/>
    <dgm:cxn modelId="{80D0EE97-07BC-4864-8E2E-2D048AD17587}" type="presOf" srcId="{FEF4FF7D-E96A-4943-A8EB-EFDA104F37AB}" destId="{E1A62D2F-F384-4497-B444-70A5C02A28EE}" srcOrd="0" destOrd="0" presId="urn:microsoft.com/office/officeart/2018/2/layout/IconVerticalSolidList"/>
    <dgm:cxn modelId="{CDD89BF8-72B4-4C3C-9A6A-9102165C7588}" type="presOf" srcId="{053B9B31-285B-41A1-9A2E-B8B86E292DC8}" destId="{3F2EF073-A674-41C3-A3B7-E80D47010507}" srcOrd="0" destOrd="0" presId="urn:microsoft.com/office/officeart/2018/2/layout/IconVerticalSolidList"/>
    <dgm:cxn modelId="{D8CD273F-FFFA-42AA-8D17-609B7E1D5735}" type="presParOf" srcId="{D593BB62-DCE0-4D8E-924B-D0D92B71CCE7}" destId="{F7FD0040-8396-4C45-8070-7696EE3DAAFE}" srcOrd="0" destOrd="0" presId="urn:microsoft.com/office/officeart/2018/2/layout/IconVerticalSolidList"/>
    <dgm:cxn modelId="{5004312B-E0DD-4BE3-BE6D-94928DDA6443}" type="presParOf" srcId="{F7FD0040-8396-4C45-8070-7696EE3DAAFE}" destId="{FED19435-F6FD-4C2D-952E-A4411CF9F4FF}" srcOrd="0" destOrd="0" presId="urn:microsoft.com/office/officeart/2018/2/layout/IconVerticalSolidList"/>
    <dgm:cxn modelId="{0EF3F244-19EE-4F6B-B712-3B3F9EDA6683}" type="presParOf" srcId="{F7FD0040-8396-4C45-8070-7696EE3DAAFE}" destId="{1B1F6CD3-8CCB-486B-AD98-DAA225EE747D}" srcOrd="1" destOrd="0" presId="urn:microsoft.com/office/officeart/2018/2/layout/IconVerticalSolidList"/>
    <dgm:cxn modelId="{C5A543D1-D2B5-4704-915E-03015044D5D2}" type="presParOf" srcId="{F7FD0040-8396-4C45-8070-7696EE3DAAFE}" destId="{3961E38B-2ABF-4A52-866F-AED95FADA4F3}" srcOrd="2" destOrd="0" presId="urn:microsoft.com/office/officeart/2018/2/layout/IconVerticalSolidList"/>
    <dgm:cxn modelId="{884D4C32-36CC-4C76-A5D1-2BCB379478D4}" type="presParOf" srcId="{F7FD0040-8396-4C45-8070-7696EE3DAAFE}" destId="{515E587D-5273-4DCB-9B9B-1C7A8AFF0785}" srcOrd="3" destOrd="0" presId="urn:microsoft.com/office/officeart/2018/2/layout/IconVerticalSolidList"/>
    <dgm:cxn modelId="{CC7C85E1-3125-4E88-B234-6DA09669E07D}" type="presParOf" srcId="{D593BB62-DCE0-4D8E-924B-D0D92B71CCE7}" destId="{EE5C9F9F-8C85-4AB6-B57F-C9B4B7606063}" srcOrd="1" destOrd="0" presId="urn:microsoft.com/office/officeart/2018/2/layout/IconVerticalSolidList"/>
    <dgm:cxn modelId="{9E25C511-E8AC-4D69-9713-F39849A447DF}" type="presParOf" srcId="{D593BB62-DCE0-4D8E-924B-D0D92B71CCE7}" destId="{CEFD3E28-3037-4F9A-82F2-3115E1DCD4D4}" srcOrd="2" destOrd="0" presId="urn:microsoft.com/office/officeart/2018/2/layout/IconVerticalSolidList"/>
    <dgm:cxn modelId="{70331CCC-6022-4217-87B8-600B6BC546DD}" type="presParOf" srcId="{CEFD3E28-3037-4F9A-82F2-3115E1DCD4D4}" destId="{0228995E-3067-4E39-95A1-7C63965EED33}" srcOrd="0" destOrd="0" presId="urn:microsoft.com/office/officeart/2018/2/layout/IconVerticalSolidList"/>
    <dgm:cxn modelId="{16A815F3-465A-4F3A-90A0-8F8EDD024801}" type="presParOf" srcId="{CEFD3E28-3037-4F9A-82F2-3115E1DCD4D4}" destId="{441EAC81-0B17-423F-AFBF-C04C136259AD}" srcOrd="1" destOrd="0" presId="urn:microsoft.com/office/officeart/2018/2/layout/IconVerticalSolidList"/>
    <dgm:cxn modelId="{7F3BBE39-526E-484C-BC3A-53C2D6B85AC5}" type="presParOf" srcId="{CEFD3E28-3037-4F9A-82F2-3115E1DCD4D4}" destId="{106FD187-9476-45B1-A556-CC3E3352C548}" srcOrd="2" destOrd="0" presId="urn:microsoft.com/office/officeart/2018/2/layout/IconVerticalSolidList"/>
    <dgm:cxn modelId="{5405B7EA-9467-41AC-B6DB-D9287CB74A9D}" type="presParOf" srcId="{CEFD3E28-3037-4F9A-82F2-3115E1DCD4D4}" destId="{E1A62D2F-F384-4497-B444-70A5C02A28EE}" srcOrd="3" destOrd="0" presId="urn:microsoft.com/office/officeart/2018/2/layout/IconVerticalSolidList"/>
    <dgm:cxn modelId="{487B0E6C-39BD-4A73-8316-C43E71363CFC}" type="presParOf" srcId="{D593BB62-DCE0-4D8E-924B-D0D92B71CCE7}" destId="{8CF1786B-E4F2-481E-8C08-F505BDC6C86F}" srcOrd="3" destOrd="0" presId="urn:microsoft.com/office/officeart/2018/2/layout/IconVerticalSolidList"/>
    <dgm:cxn modelId="{337CFFF6-B75E-442D-9486-8FE12020E6BE}" type="presParOf" srcId="{D593BB62-DCE0-4D8E-924B-D0D92B71CCE7}" destId="{7A11C3FE-97B8-44A3-890D-51DD7DEEFDD1}" srcOrd="4" destOrd="0" presId="urn:microsoft.com/office/officeart/2018/2/layout/IconVerticalSolidList"/>
    <dgm:cxn modelId="{C1AACA47-C047-4E6E-9D47-5B8A8657A69E}" type="presParOf" srcId="{7A11C3FE-97B8-44A3-890D-51DD7DEEFDD1}" destId="{98C0EDF9-C7C4-4D13-93F4-A7D850EA078D}" srcOrd="0" destOrd="0" presId="urn:microsoft.com/office/officeart/2018/2/layout/IconVerticalSolidList"/>
    <dgm:cxn modelId="{517F0B8E-F06C-4A8D-B8DF-A11DC25BD1A4}" type="presParOf" srcId="{7A11C3FE-97B8-44A3-890D-51DD7DEEFDD1}" destId="{F8D853CD-5786-47C4-8525-FF1C58FB3B64}" srcOrd="1" destOrd="0" presId="urn:microsoft.com/office/officeart/2018/2/layout/IconVerticalSolidList"/>
    <dgm:cxn modelId="{C01DA01F-EB0B-4050-B7AF-C4F1C119615E}" type="presParOf" srcId="{7A11C3FE-97B8-44A3-890D-51DD7DEEFDD1}" destId="{A3D0C2F7-E066-43FA-BCB4-72A5C2293B7D}" srcOrd="2" destOrd="0" presId="urn:microsoft.com/office/officeart/2018/2/layout/IconVerticalSolidList"/>
    <dgm:cxn modelId="{5ADEB71B-12D8-46CF-B401-7835881037DB}" type="presParOf" srcId="{7A11C3FE-97B8-44A3-890D-51DD7DEEFDD1}" destId="{3F2EF073-A674-41C3-A3B7-E80D4701050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9A959A4-DE04-4ED6-A7B3-5C6A7197DDC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2" csCatId="colorful" phldr="1"/>
      <dgm:spPr/>
      <dgm:t>
        <a:bodyPr/>
        <a:lstStyle/>
        <a:p>
          <a:endParaRPr lang="en-US"/>
        </a:p>
      </dgm:t>
    </dgm:pt>
    <dgm:pt modelId="{3B0DDD6F-749C-410A-9877-1D1397196D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>
              <a:latin typeface="Poppins Medium"/>
              <a:cs typeface="Poppins Medium"/>
            </a:rPr>
            <a:t>Strong academic foundation</a:t>
          </a:r>
          <a:endParaRPr lang="en-US">
            <a:latin typeface="Poppins Medium"/>
            <a:cs typeface="Poppins Medium"/>
          </a:endParaRPr>
        </a:p>
      </dgm:t>
    </dgm:pt>
    <dgm:pt modelId="{66C07B1F-48E6-4064-87A8-A1A400B6D652}" type="parTrans" cxnId="{99478CF8-0C2A-45F4-B37D-6A8888534A9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C6DA7A-EF54-496E-9DDE-249E1F9EA071}" type="sibTrans" cxnId="{99478CF8-0C2A-45F4-B37D-6A8888534A9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650C87-EDEF-40E7-9737-B589645C0F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>
              <a:latin typeface="Poppins Medium"/>
              <a:cs typeface="Poppins Medium"/>
            </a:rPr>
            <a:t>1 year hands-on full stack experience</a:t>
          </a:r>
          <a:endParaRPr lang="en-US" dirty="0">
            <a:latin typeface="Poppins Medium"/>
            <a:cs typeface="Poppins Medium"/>
          </a:endParaRPr>
        </a:p>
      </dgm:t>
    </dgm:pt>
    <dgm:pt modelId="{A35AD281-6ADF-43AA-A481-4CFD1D320447}" type="parTrans" cxnId="{ADA5F765-ACCC-4879-A0D4-D96225FCE53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FBD1DC-1DCC-478F-A90F-976C91ED1726}" type="sibTrans" cxnId="{ADA5F765-ACCC-4879-A0D4-D96225FCE53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D208ACA-47F2-4F31-80A8-6F33A03A9D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>
              <a:latin typeface="Poppins Medium"/>
              <a:cs typeface="Poppins Medium"/>
            </a:rPr>
            <a:t>Clear focus on backend development</a:t>
          </a:r>
          <a:endParaRPr lang="en-US">
            <a:latin typeface="Poppins Medium"/>
            <a:cs typeface="Poppins Medium"/>
          </a:endParaRPr>
        </a:p>
      </dgm:t>
    </dgm:pt>
    <dgm:pt modelId="{2309BD9A-11BB-4D0E-9FD1-095C89BF37B1}" type="parTrans" cxnId="{9BE58889-C2E1-44C5-A4B9-88BBEB3F248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964AF7-7089-4D6B-8D06-A4C1F0D0D683}" type="sibTrans" cxnId="{9BE58889-C2E1-44C5-A4B9-88BBEB3F248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621BBC-612E-4342-8C47-22E12E925A37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b="1" i="0" dirty="0">
              <a:latin typeface="Poppins Medium"/>
              <a:cs typeface="Poppins Medium"/>
            </a:rPr>
            <a:t>Long-term goal to become a skilled backend engineer</a:t>
          </a:r>
          <a:endParaRPr lang="en-US" b="0" i="0" err="1">
            <a:latin typeface="Poppins Medium"/>
            <a:cs typeface="Poppins Medium"/>
          </a:endParaRPr>
        </a:p>
      </dgm:t>
    </dgm:pt>
    <dgm:pt modelId="{E38F4DE4-1461-433F-AB7B-939697965E4A}" type="parTrans" cxnId="{6CF83FE7-5280-4196-A7DD-9A3FB0FEBA9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4BCE11-3C05-4E32-AD8C-EB5B7DAE7F4E}" type="sibTrans" cxnId="{6CF83FE7-5280-4196-A7DD-9A3FB0FEBA9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0848178-652C-4FB3-9029-DA5FB00A57F1}" type="pres">
      <dgm:prSet presAssocID="{39A959A4-DE04-4ED6-A7B3-5C6A7197DDC4}" presName="root" presStyleCnt="0">
        <dgm:presLayoutVars>
          <dgm:dir/>
          <dgm:resizeHandles val="exact"/>
        </dgm:presLayoutVars>
      </dgm:prSet>
      <dgm:spPr/>
    </dgm:pt>
    <dgm:pt modelId="{6978D6E7-8B7A-417A-9D07-F0A324932072}" type="pres">
      <dgm:prSet presAssocID="{3B0DDD6F-749C-410A-9877-1D1397196D57}" presName="compNode" presStyleCnt="0"/>
      <dgm:spPr/>
    </dgm:pt>
    <dgm:pt modelId="{8562431C-F938-4B81-A495-28A7E7DD1DBB}" type="pres">
      <dgm:prSet presAssocID="{3B0DDD6F-749C-410A-9877-1D1397196D57}" presName="bgRect" presStyleLbl="bgShp" presStyleIdx="0" presStyleCnt="4"/>
      <dgm:spPr/>
    </dgm:pt>
    <dgm:pt modelId="{2CAC4477-DA66-4396-A9EC-EBAD2EA8DDA5}" type="pres">
      <dgm:prSet presAssocID="{3B0DDD6F-749C-410A-9877-1D1397196D5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7A16CA3F-3C83-4C12-B594-5EC663B9EF2F}" type="pres">
      <dgm:prSet presAssocID="{3B0DDD6F-749C-410A-9877-1D1397196D57}" presName="spaceRect" presStyleCnt="0"/>
      <dgm:spPr/>
    </dgm:pt>
    <dgm:pt modelId="{C5B890AB-F42B-4C67-AE83-82BAEA9D0359}" type="pres">
      <dgm:prSet presAssocID="{3B0DDD6F-749C-410A-9877-1D1397196D57}" presName="parTx" presStyleLbl="revTx" presStyleIdx="0" presStyleCnt="4">
        <dgm:presLayoutVars>
          <dgm:chMax val="0"/>
          <dgm:chPref val="0"/>
        </dgm:presLayoutVars>
      </dgm:prSet>
      <dgm:spPr/>
    </dgm:pt>
    <dgm:pt modelId="{6B1C381D-2501-4356-9A7E-6340C43DC8FD}" type="pres">
      <dgm:prSet presAssocID="{6FC6DA7A-EF54-496E-9DDE-249E1F9EA071}" presName="sibTrans" presStyleCnt="0"/>
      <dgm:spPr/>
    </dgm:pt>
    <dgm:pt modelId="{BFB0A02E-A6CC-4B66-92F9-792C8A1A07BA}" type="pres">
      <dgm:prSet presAssocID="{63650C87-EDEF-40E7-9737-B589645C0F61}" presName="compNode" presStyleCnt="0"/>
      <dgm:spPr/>
    </dgm:pt>
    <dgm:pt modelId="{60D85098-A065-410C-8A52-AAA23AB81C17}" type="pres">
      <dgm:prSet presAssocID="{63650C87-EDEF-40E7-9737-B589645C0F61}" presName="bgRect" presStyleLbl="bgShp" presStyleIdx="1" presStyleCnt="4"/>
      <dgm:spPr/>
    </dgm:pt>
    <dgm:pt modelId="{23620BEB-ADCB-413F-9CD3-37BB2B346AAD}" type="pres">
      <dgm:prSet presAssocID="{63650C87-EDEF-40E7-9737-B589645C0F6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9D273704-19B8-46CE-994B-91807E3585F1}" type="pres">
      <dgm:prSet presAssocID="{63650C87-EDEF-40E7-9737-B589645C0F61}" presName="spaceRect" presStyleCnt="0"/>
      <dgm:spPr/>
    </dgm:pt>
    <dgm:pt modelId="{48EE6167-E006-4CC7-81FA-F1B0282463C5}" type="pres">
      <dgm:prSet presAssocID="{63650C87-EDEF-40E7-9737-B589645C0F61}" presName="parTx" presStyleLbl="revTx" presStyleIdx="1" presStyleCnt="4">
        <dgm:presLayoutVars>
          <dgm:chMax val="0"/>
          <dgm:chPref val="0"/>
        </dgm:presLayoutVars>
      </dgm:prSet>
      <dgm:spPr/>
    </dgm:pt>
    <dgm:pt modelId="{EE649069-1D73-46CE-AC54-5DB39D88B434}" type="pres">
      <dgm:prSet presAssocID="{2BFBD1DC-1DCC-478F-A90F-976C91ED1726}" presName="sibTrans" presStyleCnt="0"/>
      <dgm:spPr/>
    </dgm:pt>
    <dgm:pt modelId="{9D9B798E-4ACB-4D3F-8748-25162674F758}" type="pres">
      <dgm:prSet presAssocID="{7D208ACA-47F2-4F31-80A8-6F33A03A9D49}" presName="compNode" presStyleCnt="0"/>
      <dgm:spPr/>
    </dgm:pt>
    <dgm:pt modelId="{FA07AA63-6944-4F59-9FC8-406832FA7C75}" type="pres">
      <dgm:prSet presAssocID="{7D208ACA-47F2-4F31-80A8-6F33A03A9D49}" presName="bgRect" presStyleLbl="bgShp" presStyleIdx="2" presStyleCnt="4"/>
      <dgm:spPr/>
    </dgm:pt>
    <dgm:pt modelId="{CC75601E-DEC4-42B0-90BE-3BF93797163D}" type="pres">
      <dgm:prSet presAssocID="{7D208ACA-47F2-4F31-80A8-6F33A03A9D4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C8270499-72DA-4BFD-92B5-1A5734735040}" type="pres">
      <dgm:prSet presAssocID="{7D208ACA-47F2-4F31-80A8-6F33A03A9D49}" presName="spaceRect" presStyleCnt="0"/>
      <dgm:spPr/>
    </dgm:pt>
    <dgm:pt modelId="{F41B4E1C-1094-4089-8565-292A0BDF7D5C}" type="pres">
      <dgm:prSet presAssocID="{7D208ACA-47F2-4F31-80A8-6F33A03A9D49}" presName="parTx" presStyleLbl="revTx" presStyleIdx="2" presStyleCnt="4">
        <dgm:presLayoutVars>
          <dgm:chMax val="0"/>
          <dgm:chPref val="0"/>
        </dgm:presLayoutVars>
      </dgm:prSet>
      <dgm:spPr/>
    </dgm:pt>
    <dgm:pt modelId="{71B4DFDE-C9FD-441D-932B-5EADF75B66AC}" type="pres">
      <dgm:prSet presAssocID="{DB964AF7-7089-4D6B-8D06-A4C1F0D0D683}" presName="sibTrans" presStyleCnt="0"/>
      <dgm:spPr/>
    </dgm:pt>
    <dgm:pt modelId="{A436B459-6661-4DB3-8317-702AE4625974}" type="pres">
      <dgm:prSet presAssocID="{0F621BBC-612E-4342-8C47-22E12E925A37}" presName="compNode" presStyleCnt="0"/>
      <dgm:spPr/>
    </dgm:pt>
    <dgm:pt modelId="{5A771B63-1DD0-4133-855E-8A4A0182FD9E}" type="pres">
      <dgm:prSet presAssocID="{0F621BBC-612E-4342-8C47-22E12E925A37}" presName="bgRect" presStyleLbl="bgShp" presStyleIdx="3" presStyleCnt="4"/>
      <dgm:spPr/>
    </dgm:pt>
    <dgm:pt modelId="{143358AC-C713-4AA3-90EA-D13375E0B7E4}" type="pres">
      <dgm:prSet presAssocID="{0F621BBC-612E-4342-8C47-22E12E925A3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5B92154C-850E-467F-825D-4B7402BF6D82}" type="pres">
      <dgm:prSet presAssocID="{0F621BBC-612E-4342-8C47-22E12E925A37}" presName="spaceRect" presStyleCnt="0"/>
      <dgm:spPr/>
    </dgm:pt>
    <dgm:pt modelId="{60EFF411-BC08-4228-9BDB-86CCEFB33E65}" type="pres">
      <dgm:prSet presAssocID="{0F621BBC-612E-4342-8C47-22E12E925A3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51D160D-F810-41E5-BF85-2CEEE5513193}" type="presOf" srcId="{0F621BBC-612E-4342-8C47-22E12E925A37}" destId="{60EFF411-BC08-4228-9BDB-86CCEFB33E65}" srcOrd="0" destOrd="0" presId="urn:microsoft.com/office/officeart/2018/2/layout/IconVerticalSolidList"/>
    <dgm:cxn modelId="{032DC611-0B06-4474-B6EB-8B414984249C}" type="presOf" srcId="{3B0DDD6F-749C-410A-9877-1D1397196D57}" destId="{C5B890AB-F42B-4C67-AE83-82BAEA9D0359}" srcOrd="0" destOrd="0" presId="urn:microsoft.com/office/officeart/2018/2/layout/IconVerticalSolidList"/>
    <dgm:cxn modelId="{ADA5F765-ACCC-4879-A0D4-D96225FCE53F}" srcId="{39A959A4-DE04-4ED6-A7B3-5C6A7197DDC4}" destId="{63650C87-EDEF-40E7-9737-B589645C0F61}" srcOrd="1" destOrd="0" parTransId="{A35AD281-6ADF-43AA-A481-4CFD1D320447}" sibTransId="{2BFBD1DC-1DCC-478F-A90F-976C91ED1726}"/>
    <dgm:cxn modelId="{6889164D-0D5B-4510-BA52-1557FD0B9453}" type="presOf" srcId="{7D208ACA-47F2-4F31-80A8-6F33A03A9D49}" destId="{F41B4E1C-1094-4089-8565-292A0BDF7D5C}" srcOrd="0" destOrd="0" presId="urn:microsoft.com/office/officeart/2018/2/layout/IconVerticalSolidList"/>
    <dgm:cxn modelId="{9BE58889-C2E1-44C5-A4B9-88BBEB3F2487}" srcId="{39A959A4-DE04-4ED6-A7B3-5C6A7197DDC4}" destId="{7D208ACA-47F2-4F31-80A8-6F33A03A9D49}" srcOrd="2" destOrd="0" parTransId="{2309BD9A-11BB-4D0E-9FD1-095C89BF37B1}" sibTransId="{DB964AF7-7089-4D6B-8D06-A4C1F0D0D683}"/>
    <dgm:cxn modelId="{61A4A8A2-F955-4228-96B2-B4D6B7EFA09E}" type="presOf" srcId="{39A959A4-DE04-4ED6-A7B3-5C6A7197DDC4}" destId="{20848178-652C-4FB3-9029-DA5FB00A57F1}" srcOrd="0" destOrd="0" presId="urn:microsoft.com/office/officeart/2018/2/layout/IconVerticalSolidList"/>
    <dgm:cxn modelId="{F1D4DDD5-5144-4B55-A365-FD623B6A3A83}" type="presOf" srcId="{63650C87-EDEF-40E7-9737-B589645C0F61}" destId="{48EE6167-E006-4CC7-81FA-F1B0282463C5}" srcOrd="0" destOrd="0" presId="urn:microsoft.com/office/officeart/2018/2/layout/IconVerticalSolidList"/>
    <dgm:cxn modelId="{6CF83FE7-5280-4196-A7DD-9A3FB0FEBA96}" srcId="{39A959A4-DE04-4ED6-A7B3-5C6A7197DDC4}" destId="{0F621BBC-612E-4342-8C47-22E12E925A37}" srcOrd="3" destOrd="0" parTransId="{E38F4DE4-1461-433F-AB7B-939697965E4A}" sibTransId="{BE4BCE11-3C05-4E32-AD8C-EB5B7DAE7F4E}"/>
    <dgm:cxn modelId="{99478CF8-0C2A-45F4-B37D-6A8888534A9A}" srcId="{39A959A4-DE04-4ED6-A7B3-5C6A7197DDC4}" destId="{3B0DDD6F-749C-410A-9877-1D1397196D57}" srcOrd="0" destOrd="0" parTransId="{66C07B1F-48E6-4064-87A8-A1A400B6D652}" sibTransId="{6FC6DA7A-EF54-496E-9DDE-249E1F9EA071}"/>
    <dgm:cxn modelId="{2018DFD4-DACF-4E68-A8C8-AC9E282F6AEE}" type="presParOf" srcId="{20848178-652C-4FB3-9029-DA5FB00A57F1}" destId="{6978D6E7-8B7A-417A-9D07-F0A324932072}" srcOrd="0" destOrd="0" presId="urn:microsoft.com/office/officeart/2018/2/layout/IconVerticalSolidList"/>
    <dgm:cxn modelId="{E5745FAE-902A-4D43-A931-31C0DACDBA22}" type="presParOf" srcId="{6978D6E7-8B7A-417A-9D07-F0A324932072}" destId="{8562431C-F938-4B81-A495-28A7E7DD1DBB}" srcOrd="0" destOrd="0" presId="urn:microsoft.com/office/officeart/2018/2/layout/IconVerticalSolidList"/>
    <dgm:cxn modelId="{96B02F76-3325-4207-B805-CB450305CA07}" type="presParOf" srcId="{6978D6E7-8B7A-417A-9D07-F0A324932072}" destId="{2CAC4477-DA66-4396-A9EC-EBAD2EA8DDA5}" srcOrd="1" destOrd="0" presId="urn:microsoft.com/office/officeart/2018/2/layout/IconVerticalSolidList"/>
    <dgm:cxn modelId="{C1FE3145-28C2-4012-9827-BCB8177D0755}" type="presParOf" srcId="{6978D6E7-8B7A-417A-9D07-F0A324932072}" destId="{7A16CA3F-3C83-4C12-B594-5EC663B9EF2F}" srcOrd="2" destOrd="0" presId="urn:microsoft.com/office/officeart/2018/2/layout/IconVerticalSolidList"/>
    <dgm:cxn modelId="{AE7391BF-FEAF-4122-B726-FBB4D82EF699}" type="presParOf" srcId="{6978D6E7-8B7A-417A-9D07-F0A324932072}" destId="{C5B890AB-F42B-4C67-AE83-82BAEA9D0359}" srcOrd="3" destOrd="0" presId="urn:microsoft.com/office/officeart/2018/2/layout/IconVerticalSolidList"/>
    <dgm:cxn modelId="{5078D0C5-E740-4DCE-AC49-8FF407AC8B43}" type="presParOf" srcId="{20848178-652C-4FB3-9029-DA5FB00A57F1}" destId="{6B1C381D-2501-4356-9A7E-6340C43DC8FD}" srcOrd="1" destOrd="0" presId="urn:microsoft.com/office/officeart/2018/2/layout/IconVerticalSolidList"/>
    <dgm:cxn modelId="{7CCD46D6-491C-46E5-A7AC-FC7DBEFB2676}" type="presParOf" srcId="{20848178-652C-4FB3-9029-DA5FB00A57F1}" destId="{BFB0A02E-A6CC-4B66-92F9-792C8A1A07BA}" srcOrd="2" destOrd="0" presId="urn:microsoft.com/office/officeart/2018/2/layout/IconVerticalSolidList"/>
    <dgm:cxn modelId="{4269D30B-8E01-4C84-BAF4-1E6B4CE44984}" type="presParOf" srcId="{BFB0A02E-A6CC-4B66-92F9-792C8A1A07BA}" destId="{60D85098-A065-410C-8A52-AAA23AB81C17}" srcOrd="0" destOrd="0" presId="urn:microsoft.com/office/officeart/2018/2/layout/IconVerticalSolidList"/>
    <dgm:cxn modelId="{F5EFE90B-1E66-4EE9-B0F4-4D9DA57BBE01}" type="presParOf" srcId="{BFB0A02E-A6CC-4B66-92F9-792C8A1A07BA}" destId="{23620BEB-ADCB-413F-9CD3-37BB2B346AAD}" srcOrd="1" destOrd="0" presId="urn:microsoft.com/office/officeart/2018/2/layout/IconVerticalSolidList"/>
    <dgm:cxn modelId="{BC2F087A-B71B-4B09-A9B2-7F8D48920FBD}" type="presParOf" srcId="{BFB0A02E-A6CC-4B66-92F9-792C8A1A07BA}" destId="{9D273704-19B8-46CE-994B-91807E3585F1}" srcOrd="2" destOrd="0" presId="urn:microsoft.com/office/officeart/2018/2/layout/IconVerticalSolidList"/>
    <dgm:cxn modelId="{05B29973-0404-4CAB-B5B7-69138258E9DD}" type="presParOf" srcId="{BFB0A02E-A6CC-4B66-92F9-792C8A1A07BA}" destId="{48EE6167-E006-4CC7-81FA-F1B0282463C5}" srcOrd="3" destOrd="0" presId="urn:microsoft.com/office/officeart/2018/2/layout/IconVerticalSolidList"/>
    <dgm:cxn modelId="{00AE5A46-D424-41DA-AB8D-4C0C8D46AC13}" type="presParOf" srcId="{20848178-652C-4FB3-9029-DA5FB00A57F1}" destId="{EE649069-1D73-46CE-AC54-5DB39D88B434}" srcOrd="3" destOrd="0" presId="urn:microsoft.com/office/officeart/2018/2/layout/IconVerticalSolidList"/>
    <dgm:cxn modelId="{F16F3711-E703-4170-9DF1-533E9749D11D}" type="presParOf" srcId="{20848178-652C-4FB3-9029-DA5FB00A57F1}" destId="{9D9B798E-4ACB-4D3F-8748-25162674F758}" srcOrd="4" destOrd="0" presId="urn:microsoft.com/office/officeart/2018/2/layout/IconVerticalSolidList"/>
    <dgm:cxn modelId="{32D35C54-E0A7-4941-9418-58E4D5A4CC03}" type="presParOf" srcId="{9D9B798E-4ACB-4D3F-8748-25162674F758}" destId="{FA07AA63-6944-4F59-9FC8-406832FA7C75}" srcOrd="0" destOrd="0" presId="urn:microsoft.com/office/officeart/2018/2/layout/IconVerticalSolidList"/>
    <dgm:cxn modelId="{D5D1B3E5-462C-45CA-AD63-321ACA964514}" type="presParOf" srcId="{9D9B798E-4ACB-4D3F-8748-25162674F758}" destId="{CC75601E-DEC4-42B0-90BE-3BF93797163D}" srcOrd="1" destOrd="0" presId="urn:microsoft.com/office/officeart/2018/2/layout/IconVerticalSolidList"/>
    <dgm:cxn modelId="{D550BA0E-ADBB-42DC-9CCE-04A01EA803C9}" type="presParOf" srcId="{9D9B798E-4ACB-4D3F-8748-25162674F758}" destId="{C8270499-72DA-4BFD-92B5-1A5734735040}" srcOrd="2" destOrd="0" presId="urn:microsoft.com/office/officeart/2018/2/layout/IconVerticalSolidList"/>
    <dgm:cxn modelId="{18E6E5DA-B69B-4B70-B43C-632B906A338E}" type="presParOf" srcId="{9D9B798E-4ACB-4D3F-8748-25162674F758}" destId="{F41B4E1C-1094-4089-8565-292A0BDF7D5C}" srcOrd="3" destOrd="0" presId="urn:microsoft.com/office/officeart/2018/2/layout/IconVerticalSolidList"/>
    <dgm:cxn modelId="{AE961A65-51BD-4015-857E-6E72951188E3}" type="presParOf" srcId="{20848178-652C-4FB3-9029-DA5FB00A57F1}" destId="{71B4DFDE-C9FD-441D-932B-5EADF75B66AC}" srcOrd="5" destOrd="0" presId="urn:microsoft.com/office/officeart/2018/2/layout/IconVerticalSolidList"/>
    <dgm:cxn modelId="{1E0BF186-6733-4FE9-A980-82F18EDD890A}" type="presParOf" srcId="{20848178-652C-4FB3-9029-DA5FB00A57F1}" destId="{A436B459-6661-4DB3-8317-702AE4625974}" srcOrd="6" destOrd="0" presId="urn:microsoft.com/office/officeart/2018/2/layout/IconVerticalSolidList"/>
    <dgm:cxn modelId="{F3B3478F-5C9E-4EA6-88D3-900ECA1A6505}" type="presParOf" srcId="{A436B459-6661-4DB3-8317-702AE4625974}" destId="{5A771B63-1DD0-4133-855E-8A4A0182FD9E}" srcOrd="0" destOrd="0" presId="urn:microsoft.com/office/officeart/2018/2/layout/IconVerticalSolidList"/>
    <dgm:cxn modelId="{6F6B543E-D22A-4F48-B237-8832E960122E}" type="presParOf" srcId="{A436B459-6661-4DB3-8317-702AE4625974}" destId="{143358AC-C713-4AA3-90EA-D13375E0B7E4}" srcOrd="1" destOrd="0" presId="urn:microsoft.com/office/officeart/2018/2/layout/IconVerticalSolidList"/>
    <dgm:cxn modelId="{22D7E0A4-3472-4079-984F-34F90FCAFE77}" type="presParOf" srcId="{A436B459-6661-4DB3-8317-702AE4625974}" destId="{5B92154C-850E-467F-825D-4B7402BF6D82}" srcOrd="2" destOrd="0" presId="urn:microsoft.com/office/officeart/2018/2/layout/IconVerticalSolidList"/>
    <dgm:cxn modelId="{689B0269-0DF4-4522-A58D-691878C38A7E}" type="presParOf" srcId="{A436B459-6661-4DB3-8317-702AE4625974}" destId="{60EFF411-BC08-4228-9BDB-86CCEFB33E6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074DDF-40C3-45C2-A712-E2F0F4A69994}">
      <dsp:nvSpPr>
        <dsp:cNvPr id="0" name=""/>
        <dsp:cNvSpPr/>
      </dsp:nvSpPr>
      <dsp:spPr>
        <a:xfrm>
          <a:off x="1451028" y="1275"/>
          <a:ext cx="1632407" cy="61336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Programming Languages</a:t>
          </a:r>
        </a:p>
      </dsp:txBody>
      <dsp:txXfrm>
        <a:off x="1480970" y="31217"/>
        <a:ext cx="1572523" cy="553477"/>
      </dsp:txXfrm>
    </dsp:sp>
    <dsp:sp modelId="{B35FE8D1-8C7F-4E24-A0AF-E52402244425}">
      <dsp:nvSpPr>
        <dsp:cNvPr id="0" name=""/>
        <dsp:cNvSpPr/>
      </dsp:nvSpPr>
      <dsp:spPr>
        <a:xfrm>
          <a:off x="1451028" y="645304"/>
          <a:ext cx="1632407" cy="613361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C</a:t>
          </a:r>
        </a:p>
      </dsp:txBody>
      <dsp:txXfrm>
        <a:off x="1480970" y="675246"/>
        <a:ext cx="1572523" cy="553477"/>
      </dsp:txXfrm>
    </dsp:sp>
    <dsp:sp modelId="{1BE27060-77FF-4234-835D-09348036B7E4}">
      <dsp:nvSpPr>
        <dsp:cNvPr id="0" name=""/>
        <dsp:cNvSpPr/>
      </dsp:nvSpPr>
      <dsp:spPr>
        <a:xfrm>
          <a:off x="1451028" y="1289334"/>
          <a:ext cx="1632407" cy="613361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C++</a:t>
          </a:r>
        </a:p>
      </dsp:txBody>
      <dsp:txXfrm>
        <a:off x="1480970" y="1319276"/>
        <a:ext cx="1572523" cy="553477"/>
      </dsp:txXfrm>
    </dsp:sp>
    <dsp:sp modelId="{49AA842B-1CBD-412F-96BA-25228C1C5BFC}">
      <dsp:nvSpPr>
        <dsp:cNvPr id="0" name=""/>
        <dsp:cNvSpPr/>
      </dsp:nvSpPr>
      <dsp:spPr>
        <a:xfrm>
          <a:off x="1451028" y="1933364"/>
          <a:ext cx="1632407" cy="613361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Python</a:t>
          </a:r>
        </a:p>
      </dsp:txBody>
      <dsp:txXfrm>
        <a:off x="1480970" y="1963306"/>
        <a:ext cx="1572523" cy="5534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C013D7-7D37-44B9-91AF-5147FDF058DD}">
      <dsp:nvSpPr>
        <dsp:cNvPr id="0" name=""/>
        <dsp:cNvSpPr/>
      </dsp:nvSpPr>
      <dsp:spPr>
        <a:xfrm>
          <a:off x="1451028" y="1119"/>
          <a:ext cx="1632407" cy="48956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>
              <a:latin typeface="Times New Roman"/>
              <a:cs typeface="Times New Roman"/>
            </a:rPr>
            <a:t>Frontend Development</a:t>
          </a:r>
        </a:p>
      </dsp:txBody>
      <dsp:txXfrm>
        <a:off x="1474927" y="25018"/>
        <a:ext cx="1584609" cy="441771"/>
      </dsp:txXfrm>
    </dsp:sp>
    <dsp:sp modelId="{029065E7-9AC2-48DF-A70B-176CC52D6A5C}">
      <dsp:nvSpPr>
        <dsp:cNvPr id="0" name=""/>
        <dsp:cNvSpPr/>
      </dsp:nvSpPr>
      <dsp:spPr>
        <a:xfrm>
          <a:off x="1451028" y="515167"/>
          <a:ext cx="1632407" cy="489569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>
              <a:latin typeface="Times New Roman"/>
              <a:cs typeface="Times New Roman"/>
            </a:rPr>
            <a:t>React.js</a:t>
          </a:r>
        </a:p>
      </dsp:txBody>
      <dsp:txXfrm>
        <a:off x="1474927" y="539066"/>
        <a:ext cx="1584609" cy="441771"/>
      </dsp:txXfrm>
    </dsp:sp>
    <dsp:sp modelId="{79074DDF-40C3-45C2-A712-E2F0F4A69994}">
      <dsp:nvSpPr>
        <dsp:cNvPr id="0" name=""/>
        <dsp:cNvSpPr/>
      </dsp:nvSpPr>
      <dsp:spPr>
        <a:xfrm>
          <a:off x="1451028" y="1029215"/>
          <a:ext cx="1632407" cy="489569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>
              <a:latin typeface="Times New Roman"/>
              <a:cs typeface="Times New Roman"/>
            </a:rPr>
            <a:t>Next.js</a:t>
          </a:r>
        </a:p>
      </dsp:txBody>
      <dsp:txXfrm>
        <a:off x="1474927" y="1053114"/>
        <a:ext cx="1584609" cy="441771"/>
      </dsp:txXfrm>
    </dsp:sp>
    <dsp:sp modelId="{B35FE8D1-8C7F-4E24-A0AF-E52402244425}">
      <dsp:nvSpPr>
        <dsp:cNvPr id="0" name=""/>
        <dsp:cNvSpPr/>
      </dsp:nvSpPr>
      <dsp:spPr>
        <a:xfrm>
          <a:off x="1451028" y="1543263"/>
          <a:ext cx="1632407" cy="489569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>
              <a:latin typeface="Times New Roman"/>
              <a:cs typeface="Times New Roman"/>
            </a:rPr>
            <a:t>JavaScript</a:t>
          </a:r>
        </a:p>
      </dsp:txBody>
      <dsp:txXfrm>
        <a:off x="1474927" y="1567162"/>
        <a:ext cx="1584609" cy="441771"/>
      </dsp:txXfrm>
    </dsp:sp>
    <dsp:sp modelId="{1BE27060-77FF-4234-835D-09348036B7E4}">
      <dsp:nvSpPr>
        <dsp:cNvPr id="0" name=""/>
        <dsp:cNvSpPr/>
      </dsp:nvSpPr>
      <dsp:spPr>
        <a:xfrm>
          <a:off x="1451028" y="2057311"/>
          <a:ext cx="1632407" cy="489569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>
              <a:latin typeface="Times New Roman"/>
              <a:cs typeface="Times New Roman"/>
            </a:rPr>
            <a:t>Tailwind CSS</a:t>
          </a:r>
        </a:p>
      </dsp:txBody>
      <dsp:txXfrm>
        <a:off x="1474927" y="2081210"/>
        <a:ext cx="1584609" cy="4417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C013D7-7D37-44B9-91AF-5147FDF058DD}">
      <dsp:nvSpPr>
        <dsp:cNvPr id="0" name=""/>
        <dsp:cNvSpPr/>
      </dsp:nvSpPr>
      <dsp:spPr>
        <a:xfrm>
          <a:off x="1451028" y="1119"/>
          <a:ext cx="1632407" cy="48956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Backend Development</a:t>
          </a:r>
        </a:p>
      </dsp:txBody>
      <dsp:txXfrm>
        <a:off x="1474927" y="25018"/>
        <a:ext cx="1584609" cy="441771"/>
      </dsp:txXfrm>
    </dsp:sp>
    <dsp:sp modelId="{029065E7-9AC2-48DF-A70B-176CC52D6A5C}">
      <dsp:nvSpPr>
        <dsp:cNvPr id="0" name=""/>
        <dsp:cNvSpPr/>
      </dsp:nvSpPr>
      <dsp:spPr>
        <a:xfrm>
          <a:off x="1451028" y="515167"/>
          <a:ext cx="1632407" cy="489569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Node.js</a:t>
          </a:r>
        </a:p>
      </dsp:txBody>
      <dsp:txXfrm>
        <a:off x="1474927" y="539066"/>
        <a:ext cx="1584609" cy="441771"/>
      </dsp:txXfrm>
    </dsp:sp>
    <dsp:sp modelId="{79074DDF-40C3-45C2-A712-E2F0F4A69994}">
      <dsp:nvSpPr>
        <dsp:cNvPr id="0" name=""/>
        <dsp:cNvSpPr/>
      </dsp:nvSpPr>
      <dsp:spPr>
        <a:xfrm>
          <a:off x="1451028" y="1029215"/>
          <a:ext cx="1632407" cy="489569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Express.js</a:t>
          </a:r>
        </a:p>
      </dsp:txBody>
      <dsp:txXfrm>
        <a:off x="1474927" y="1053114"/>
        <a:ext cx="1584609" cy="441771"/>
      </dsp:txXfrm>
    </dsp:sp>
    <dsp:sp modelId="{58924E1B-9B60-4B40-AA51-131BD33BFCE4}">
      <dsp:nvSpPr>
        <dsp:cNvPr id="0" name=""/>
        <dsp:cNvSpPr/>
      </dsp:nvSpPr>
      <dsp:spPr>
        <a:xfrm>
          <a:off x="1451028" y="1543263"/>
          <a:ext cx="1632407" cy="489569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RESTful API Development</a:t>
          </a:r>
        </a:p>
      </dsp:txBody>
      <dsp:txXfrm>
        <a:off x="1474927" y="1567162"/>
        <a:ext cx="1584609" cy="441771"/>
      </dsp:txXfrm>
    </dsp:sp>
    <dsp:sp modelId="{B35FE8D1-8C7F-4E24-A0AF-E52402244425}">
      <dsp:nvSpPr>
        <dsp:cNvPr id="0" name=""/>
        <dsp:cNvSpPr/>
      </dsp:nvSpPr>
      <dsp:spPr>
        <a:xfrm>
          <a:off x="1451028" y="2057311"/>
          <a:ext cx="1632407" cy="489569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JWT Authentication</a:t>
          </a:r>
        </a:p>
      </dsp:txBody>
      <dsp:txXfrm>
        <a:off x="1474927" y="2081210"/>
        <a:ext cx="1584609" cy="44177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9065E7-9AC2-48DF-A70B-176CC52D6A5C}">
      <dsp:nvSpPr>
        <dsp:cNvPr id="0" name=""/>
        <dsp:cNvSpPr/>
      </dsp:nvSpPr>
      <dsp:spPr>
        <a:xfrm>
          <a:off x="1617553" y="1244"/>
          <a:ext cx="1819747" cy="82113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>
              <a:latin typeface="Times New Roman"/>
              <a:cs typeface="Times New Roman"/>
            </a:rPr>
            <a:t>Database</a:t>
          </a:r>
        </a:p>
      </dsp:txBody>
      <dsp:txXfrm>
        <a:off x="1657637" y="41328"/>
        <a:ext cx="1739579" cy="740965"/>
      </dsp:txXfrm>
    </dsp:sp>
    <dsp:sp modelId="{79074DDF-40C3-45C2-A712-E2F0F4A69994}">
      <dsp:nvSpPr>
        <dsp:cNvPr id="0" name=""/>
        <dsp:cNvSpPr/>
      </dsp:nvSpPr>
      <dsp:spPr>
        <a:xfrm>
          <a:off x="1617553" y="863433"/>
          <a:ext cx="1819747" cy="821133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>
              <a:latin typeface="Times New Roman"/>
              <a:cs typeface="Times New Roman"/>
            </a:rPr>
            <a:t>MySQL</a:t>
          </a:r>
        </a:p>
      </dsp:txBody>
      <dsp:txXfrm>
        <a:off x="1657637" y="903517"/>
        <a:ext cx="1739579" cy="740965"/>
      </dsp:txXfrm>
    </dsp:sp>
    <dsp:sp modelId="{B35FE8D1-8C7F-4E24-A0AF-E52402244425}">
      <dsp:nvSpPr>
        <dsp:cNvPr id="0" name=""/>
        <dsp:cNvSpPr/>
      </dsp:nvSpPr>
      <dsp:spPr>
        <a:xfrm>
          <a:off x="1617553" y="1725623"/>
          <a:ext cx="1819747" cy="821133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>
              <a:latin typeface="Times New Roman"/>
              <a:cs typeface="Times New Roman"/>
            </a:rPr>
            <a:t>MongoDB</a:t>
          </a:r>
        </a:p>
      </dsp:txBody>
      <dsp:txXfrm>
        <a:off x="1657637" y="1765707"/>
        <a:ext cx="1739579" cy="74096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D19435-F6FD-4C2D-952E-A4411CF9F4FF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1F6CD3-8CCB-486B-AD98-DAA225EE747D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5E587D-5273-4DCB-9B9B-1C7A8AFF0785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Infrastructure Management System</a:t>
          </a:r>
        </a:p>
      </dsp:txBody>
      <dsp:txXfrm>
        <a:off x="1437631" y="531"/>
        <a:ext cx="9077968" cy="1244702"/>
      </dsp:txXfrm>
    </dsp:sp>
    <dsp:sp modelId="{0228995E-3067-4E39-95A1-7C63965EED33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1EAC81-0B17-423F-AFBF-C04C136259AD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62D2F-F384-4497-B444-70A5C02A28EE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Stack:</a:t>
          </a:r>
          <a:r>
            <a:rPr lang="en-US" sz="2100" kern="1200"/>
            <a:t> React · Firebase · Context API</a:t>
          </a:r>
        </a:p>
      </dsp:txBody>
      <dsp:txXfrm>
        <a:off x="1437631" y="1556410"/>
        <a:ext cx="9077968" cy="1244702"/>
      </dsp:txXfrm>
    </dsp:sp>
    <dsp:sp modelId="{98C0EDF9-C7C4-4D13-93F4-A7D850EA078D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D853CD-5786-47C4-8525-FF1C58FB3B64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F073-A674-41C3-A3B7-E80D47010507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 modern issue reporting and management platform with secure authentication, role-based access control (Admin/Staff/User), premium features, and protected routing. Built using a scalable and modular architecture.</a:t>
          </a:r>
        </a:p>
      </dsp:txBody>
      <dsp:txXfrm>
        <a:off x="1437631" y="3112289"/>
        <a:ext cx="9077968" cy="12447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D19435-F6FD-4C2D-952E-A4411CF9F4FF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1F6CD3-8CCB-486B-AD98-DAA225EE747D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5E587D-5273-4DCB-9B9B-1C7A8AFF0785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Motion Booster Platform</a:t>
          </a:r>
        </a:p>
      </dsp:txBody>
      <dsp:txXfrm>
        <a:off x="1435590" y="531"/>
        <a:ext cx="9080009" cy="1242935"/>
      </dsp:txXfrm>
    </dsp:sp>
    <dsp:sp modelId="{0228995E-3067-4E39-95A1-7C63965EED33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1EAC81-0B17-423F-AFBF-C04C136259AD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62D2F-F384-4497-B444-70A5C02A28EE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Stack:</a:t>
          </a:r>
          <a:r>
            <a:rPr lang="en-US" sz="2300" kern="1200"/>
            <a:t> Next.js · TypeScript · Prisma · Tailwind CSS</a:t>
          </a:r>
        </a:p>
      </dsp:txBody>
      <dsp:txXfrm>
        <a:off x="1435590" y="1554201"/>
        <a:ext cx="9080009" cy="1242935"/>
      </dsp:txXfrm>
    </dsp:sp>
    <dsp:sp modelId="{98C0EDF9-C7C4-4D13-93F4-A7D850EA078D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D853CD-5786-47C4-8525-FF1C58FB3B64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F073-A674-41C3-A3B7-E80D47010507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 productivity and collaboration platform featuring secure authentication, team management, real-time chat using sockets, dashboard analytics, and a structured RESTful API architecture.</a:t>
          </a:r>
        </a:p>
      </dsp:txBody>
      <dsp:txXfrm>
        <a:off x="1435590" y="3107870"/>
        <a:ext cx="9080009" cy="12429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D19435-F6FD-4C2D-952E-A4411CF9F4FF}">
      <dsp:nvSpPr>
        <dsp:cNvPr id="0" name=""/>
        <dsp:cNvSpPr/>
      </dsp:nvSpPr>
      <dsp:spPr>
        <a:xfrm>
          <a:off x="0" y="676"/>
          <a:ext cx="6807333" cy="15828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1F6CD3-8CCB-486B-AD98-DAA225EE747D}">
      <dsp:nvSpPr>
        <dsp:cNvPr id="0" name=""/>
        <dsp:cNvSpPr/>
      </dsp:nvSpPr>
      <dsp:spPr>
        <a:xfrm>
          <a:off x="478806" y="356813"/>
          <a:ext cx="870557" cy="8705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5E587D-5273-4DCB-9B9B-1C7A8AFF0785}">
      <dsp:nvSpPr>
        <dsp:cNvPr id="0" name=""/>
        <dsp:cNvSpPr/>
      </dsp:nvSpPr>
      <dsp:spPr>
        <a:xfrm>
          <a:off x="1828170" y="676"/>
          <a:ext cx="4979162" cy="15828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516" tIns="167516" rIns="167516" bIns="16751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err="1"/>
            <a:t>TaskFlow</a:t>
          </a:r>
          <a:r>
            <a:rPr lang="en-US" sz="1700" kern="1200"/>
            <a:t> – SaaS Project Management</a:t>
          </a:r>
        </a:p>
      </dsp:txBody>
      <dsp:txXfrm>
        <a:off x="1828170" y="676"/>
        <a:ext cx="4979162" cy="1582831"/>
      </dsp:txXfrm>
    </dsp:sp>
    <dsp:sp modelId="{0228995E-3067-4E39-95A1-7C63965EED33}">
      <dsp:nvSpPr>
        <dsp:cNvPr id="0" name=""/>
        <dsp:cNvSpPr/>
      </dsp:nvSpPr>
      <dsp:spPr>
        <a:xfrm>
          <a:off x="0" y="1979216"/>
          <a:ext cx="6807333" cy="158283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1EAC81-0B17-423F-AFBF-C04C136259AD}">
      <dsp:nvSpPr>
        <dsp:cNvPr id="0" name=""/>
        <dsp:cNvSpPr/>
      </dsp:nvSpPr>
      <dsp:spPr>
        <a:xfrm>
          <a:off x="478806" y="2335353"/>
          <a:ext cx="870557" cy="8705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62D2F-F384-4497-B444-70A5C02A28EE}">
      <dsp:nvSpPr>
        <dsp:cNvPr id="0" name=""/>
        <dsp:cNvSpPr/>
      </dsp:nvSpPr>
      <dsp:spPr>
        <a:xfrm>
          <a:off x="1828170" y="1979216"/>
          <a:ext cx="4979162" cy="15828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516" tIns="167516" rIns="167516" bIns="16751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Stack:</a:t>
          </a:r>
          <a:r>
            <a:rPr lang="en-US" sz="1700" kern="1200"/>
            <a:t> Node.js · Express · PostgreSQL · JWT</a:t>
          </a:r>
        </a:p>
      </dsp:txBody>
      <dsp:txXfrm>
        <a:off x="1828170" y="1979216"/>
        <a:ext cx="4979162" cy="1582831"/>
      </dsp:txXfrm>
    </dsp:sp>
    <dsp:sp modelId="{98C0EDF9-C7C4-4D13-93F4-A7D850EA078D}">
      <dsp:nvSpPr>
        <dsp:cNvPr id="0" name=""/>
        <dsp:cNvSpPr/>
      </dsp:nvSpPr>
      <dsp:spPr>
        <a:xfrm>
          <a:off x="0" y="3957755"/>
          <a:ext cx="6807333" cy="158283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D853CD-5786-47C4-8525-FF1C58FB3B64}">
      <dsp:nvSpPr>
        <dsp:cNvPr id="0" name=""/>
        <dsp:cNvSpPr/>
      </dsp:nvSpPr>
      <dsp:spPr>
        <a:xfrm>
          <a:off x="478806" y="4313892"/>
          <a:ext cx="870557" cy="8705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F073-A674-41C3-A3B7-E80D47010507}">
      <dsp:nvSpPr>
        <dsp:cNvPr id="0" name=""/>
        <dsp:cNvSpPr/>
      </dsp:nvSpPr>
      <dsp:spPr>
        <a:xfrm>
          <a:off x="1828170" y="3957755"/>
          <a:ext cx="4979162" cy="15828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516" tIns="167516" rIns="167516" bIns="16751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cloud-based project and task management system with role-based access control, subscription model, payment integration, and scalable backend architecture designed for production-level environments.</a:t>
          </a:r>
        </a:p>
      </dsp:txBody>
      <dsp:txXfrm>
        <a:off x="1828170" y="3957755"/>
        <a:ext cx="4979162" cy="158283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62431C-F938-4B81-A495-28A7E7DD1DBB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AC4477-DA66-4396-A9EC-EBAD2EA8DDA5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B890AB-F42B-4C67-AE83-82BAEA9D0359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>
              <a:latin typeface="Poppins Medium"/>
              <a:cs typeface="Poppins Medium"/>
            </a:rPr>
            <a:t>Strong academic foundation</a:t>
          </a:r>
          <a:endParaRPr lang="en-US" sz="2200" kern="1200">
            <a:latin typeface="Poppins Medium"/>
            <a:cs typeface="Poppins Medium"/>
          </a:endParaRPr>
        </a:p>
      </dsp:txBody>
      <dsp:txXfrm>
        <a:off x="1057183" y="1805"/>
        <a:ext cx="9458416" cy="915310"/>
      </dsp:txXfrm>
    </dsp:sp>
    <dsp:sp modelId="{60D85098-A065-410C-8A52-AAA23AB81C17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620BEB-ADCB-413F-9CD3-37BB2B346AAD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EE6167-E006-4CC7-81FA-F1B0282463C5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dirty="0">
              <a:latin typeface="Poppins Medium"/>
              <a:cs typeface="Poppins Medium"/>
            </a:rPr>
            <a:t>1 year hands-on full stack experience</a:t>
          </a:r>
          <a:endParaRPr lang="en-US" sz="2200" kern="1200" dirty="0">
            <a:latin typeface="Poppins Medium"/>
            <a:cs typeface="Poppins Medium"/>
          </a:endParaRPr>
        </a:p>
      </dsp:txBody>
      <dsp:txXfrm>
        <a:off x="1057183" y="1145944"/>
        <a:ext cx="9458416" cy="915310"/>
      </dsp:txXfrm>
    </dsp:sp>
    <dsp:sp modelId="{FA07AA63-6944-4F59-9FC8-406832FA7C75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75601E-DEC4-42B0-90BE-3BF93797163D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1B4E1C-1094-4089-8565-292A0BDF7D5C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>
              <a:latin typeface="Poppins Medium"/>
              <a:cs typeface="Poppins Medium"/>
            </a:rPr>
            <a:t>Clear focus on backend development</a:t>
          </a:r>
          <a:endParaRPr lang="en-US" sz="2200" kern="1200">
            <a:latin typeface="Poppins Medium"/>
            <a:cs typeface="Poppins Medium"/>
          </a:endParaRPr>
        </a:p>
      </dsp:txBody>
      <dsp:txXfrm>
        <a:off x="1057183" y="2290082"/>
        <a:ext cx="9458416" cy="915310"/>
      </dsp:txXfrm>
    </dsp:sp>
    <dsp:sp modelId="{5A771B63-1DD0-4133-855E-8A4A0182FD9E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3358AC-C713-4AA3-90EA-D13375E0B7E4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EFF411-BC08-4228-9BDB-86CCEFB33E65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dirty="0">
              <a:latin typeface="Poppins Medium"/>
              <a:cs typeface="Poppins Medium"/>
            </a:rPr>
            <a:t>Long-term goal to become a skilled backend engineer</a:t>
          </a:r>
          <a:endParaRPr lang="en-US" sz="2200" b="0" i="0" kern="1200" err="1">
            <a:latin typeface="Poppins Medium"/>
            <a:cs typeface="Poppins Medium"/>
          </a:endParaRPr>
        </a:p>
      </dsp:txBody>
      <dsp:txXfrm>
        <a:off x="1057183" y="3434221"/>
        <a:ext cx="9458416" cy="915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CFC4A-FDD8-9D93-9583-355BC99C5D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5B0157-5DDE-B0CC-E204-A0614A8D07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CDF7B-F0C4-3932-842F-1D89DEAA2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C433-206E-40C4-9371-67F84E32811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F23D0-C880-1F12-56E4-680BB2E07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28F07-80B0-9C19-38BA-318842DD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CC625-5118-471C-A5EB-5AF64FF1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562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9057B-E674-FA3F-21D7-3EF4BAD44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5794F-8574-A543-C710-21C85EF00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9A6BE-29C7-7456-C0E2-C66C75EA6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C433-206E-40C4-9371-67F84E32811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317F0-623E-0FCC-36CC-4DB33B92F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10CDE-499F-5BA4-BFFA-67FD75A9E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CC625-5118-471C-A5EB-5AF64FF1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233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82BEF-E60B-6EED-081A-A244D35D7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F5451-1318-0070-A63C-0E57D3CA9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48082-B66B-EC4F-277E-50E938E46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C433-206E-40C4-9371-67F84E32811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5CBD3-53D4-AAFC-85D3-03CC0F56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85251-1E02-B112-5F3C-0589740ED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CC625-5118-471C-A5EB-5AF64FF1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7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9A9E-1C83-AE78-3437-514443B82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91449-4181-D018-A50C-A001D79FEC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5B8B6-8CF1-03CD-A8EE-86249CC7B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31445-11C9-822D-F52B-585754BDD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C433-206E-40C4-9371-67F84E32811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3752EE-6012-D88A-77ED-F681E3FC8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B0B91-FE27-FC4B-4D52-D214BA4D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CC625-5118-471C-A5EB-5AF64FF1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914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7D58F-6EA4-5884-0393-B5963B2A2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3F708-ECD9-8E2B-59C4-CE4F9099E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DD361-2D5B-EDA0-27EF-D587AFDFE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810DF7-FFE3-C7EE-F6AB-1D17B1259F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A9242A-14FB-8564-7557-1F9EF06C57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EDA97C-DE7F-9676-A018-1D7DE0FDC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C433-206E-40C4-9371-67F84E32811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CDE0A5-F940-B108-D2AA-92A6664C9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4617E-01D5-4264-B467-1F9735B52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CC625-5118-471C-A5EB-5AF64FF1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188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41DDC-68C0-CF2E-9CAB-D1DDD5AB0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6DD3FA-AF3B-784A-6E79-51EAA8CC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C433-206E-40C4-9371-67F84E32811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7BE34D-159F-0A4B-95F7-4FFD19CB4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32244D-CD29-FE13-9FC4-5F2BE5D04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CC625-5118-471C-A5EB-5AF64FF1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426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B80CBF-BD4E-DAB8-E15E-A2CEFE02C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C433-206E-40C4-9371-67F84E32811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CBE61-11D6-9896-051B-1669F74A6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CB53B-D963-4FEC-D94F-E7C1CB9E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CC625-5118-471C-A5EB-5AF64FF1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09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458DB-1FDB-D767-B92A-4C4B32EA1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A28FC-EEF4-40EB-1464-706609D3D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2BE846-5B32-0FED-D161-155358731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B3242E-BE2E-1743-CFF2-6F889EE4A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C433-206E-40C4-9371-67F84E32811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66AA3-455D-DA6C-67C3-CA8F6E40F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57F33-410F-A07E-5349-A245FC8F3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CC625-5118-471C-A5EB-5AF64FF1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23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96F4E-3347-0BBF-E0A4-0264ACCA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0A1304-B001-7EE9-2A78-502CDB3A78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8BCB8-04B1-19B6-4108-20BF7C8BB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534F5-31C6-881A-7A2E-B95F1EC0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C433-206E-40C4-9371-67F84E32811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81902-18B0-9F1C-E06F-BE26B7A9F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0C5C20-5C57-55AE-B41A-2988F56A8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CC625-5118-471C-A5EB-5AF64FF1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680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2047C-E396-D9D7-6701-4B6EC00F1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0A64E5-02FE-7813-3923-01A66A8F4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3BF4E-0A54-4334-A360-97F2AE1CE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C433-206E-40C4-9371-67F84E32811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816B8-9210-E7C5-215B-F968427E3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68061-8482-6F81-F24F-6D45F2BCA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CC625-5118-471C-A5EB-5AF64FF1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456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AFE5C6-DF1F-D385-0BEC-2B8A70D4B7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BE249-0227-1D65-ABBD-C5CF7D9D2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C2E4A-6B2D-14AA-E8F3-9440A96EF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C433-206E-40C4-9371-67F84E32811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94421-DC30-E6B0-A502-3452A3AEA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5D8BB-E443-D95C-FD00-9A5AE5CF0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CC625-5118-471C-A5EB-5AF64FF1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21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F78F92-3E56-A1C4-39FA-136B3E535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E5027-D165-2A1E-5348-7C82DC3AB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3D8B3-3BD6-6E69-D84A-7FFD22D475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EC433-206E-40C4-9371-67F84E32811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57DC1-C63C-2CDA-7567-65A7932866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4F148-9EC8-5D4A-C268-2B76C840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CC625-5118-471C-A5EB-5AF64FF1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22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18" Type="http://schemas.openxmlformats.org/officeDocument/2006/relationships/diagramLayout" Target="../diagrams/layout4.xml"/><Relationship Id="rId3" Type="http://schemas.openxmlformats.org/officeDocument/2006/relationships/diagramLayout" Target="../diagrams/layout1.xml"/><Relationship Id="rId21" Type="http://schemas.microsoft.com/office/2007/relationships/diagramDrawing" Target="../diagrams/drawing4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0" Type="http://schemas.openxmlformats.org/officeDocument/2006/relationships/diagramColors" Target="../diagrams/colors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19" Type="http://schemas.openxmlformats.org/officeDocument/2006/relationships/diagramQuickStyle" Target="../diagrams/quickStyle4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B35D3C1D-A6AE-4FCA-BB76-A4748CE5D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227E12-4BFF-8665-E779-1F1BFA666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050" y="1710912"/>
            <a:ext cx="10978470" cy="2396236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en-US" sz="7200" dirty="0">
                <a:latin typeface="Times New Roman"/>
                <a:ea typeface="+mj-lt"/>
                <a:cs typeface="Times New Roman"/>
              </a:rPr>
              <a:t>MY CAREER JOURNEY &amp;</a:t>
            </a:r>
          </a:p>
          <a:p>
            <a:pPr algn="l"/>
            <a:r>
              <a:rPr lang="en-US" sz="7200" dirty="0">
                <a:latin typeface="Times New Roman"/>
                <a:ea typeface="+mj-lt"/>
                <a:cs typeface="Times New Roman"/>
              </a:rPr>
              <a:t>FUTURE VISION</a:t>
            </a:r>
          </a:p>
          <a:p>
            <a:pPr algn="l"/>
            <a:endParaRPr lang="en-US" sz="1400" dirty="0">
              <a:latin typeface="Times New Roman"/>
              <a:cs typeface="Times New Roman"/>
            </a:endParaRPr>
          </a:p>
          <a:p>
            <a:pPr algn="l"/>
            <a:endParaRPr lang="en-US" sz="2000" kern="1200" dirty="0">
              <a:latin typeface="Times New Roman"/>
              <a:cs typeface="Times New Roman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D5BF818-2283-4CC9-A120-9225CEDFA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63A42EF-20CC-4BCC-9D0B-222CF3AAE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831269"/>
            <a:ext cx="109270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2ACE52-5621-5E70-0E4A-91971A8137F9}"/>
              </a:ext>
            </a:extLst>
          </p:cNvPr>
          <p:cNvSpPr txBox="1"/>
          <p:nvPr/>
        </p:nvSpPr>
        <p:spPr>
          <a:xfrm>
            <a:off x="1190455" y="3735658"/>
            <a:ext cx="555751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ea typeface="Calibri"/>
                <a:cs typeface="Times New Roman"/>
              </a:rPr>
              <a:t>Shaping my journey toward backend engineering</a:t>
            </a: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9090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0"/>
            <a:ext cx="7147352" cy="5777808"/>
            <a:chOff x="329184" y="1"/>
            <a:chExt cx="524256" cy="5777808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5234C4F-54DE-9E64-FE4A-2A8EB933A9AE}"/>
              </a:ext>
            </a:extLst>
          </p:cNvPr>
          <p:cNvSpPr txBox="1"/>
          <p:nvPr/>
        </p:nvSpPr>
        <p:spPr>
          <a:xfrm>
            <a:off x="873760" y="2035872"/>
            <a:ext cx="10322560" cy="1563686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latin typeface="Times New Roman"/>
                <a:cs typeface="Times New Roman"/>
              </a:rPr>
              <a:t>I am Abu Zahed, a backend-focused software developer with one year of full stack development experience. I completed my Bachelor of Science in Computer Science and Engineering from Daffodil International University. I am</a:t>
            </a:r>
            <a:r>
              <a:rPr lang="en-US" sz="2400" dirty="0">
                <a:latin typeface="Times New Roman"/>
                <a:cs typeface="Times New Roman"/>
              </a:rPr>
              <a:t> </a:t>
            </a:r>
            <a:r>
              <a:rPr lang="en-US" sz="2400" kern="1200" dirty="0">
                <a:latin typeface="Times New Roman"/>
                <a:cs typeface="Times New Roman"/>
              </a:rPr>
              <a:t>from </a:t>
            </a:r>
            <a:r>
              <a:rPr lang="en-US" sz="2400" kern="1200" dirty="0" err="1">
                <a:latin typeface="Times New Roman"/>
                <a:cs typeface="Times New Roman"/>
              </a:rPr>
              <a:t>Bogura</a:t>
            </a:r>
            <a:r>
              <a:rPr lang="en-US" sz="2400" kern="1200" dirty="0">
                <a:latin typeface="Times New Roman"/>
                <a:cs typeface="Times New Roman"/>
              </a:rPr>
              <a:t>, </a:t>
            </a:r>
            <a:r>
              <a:rPr lang="en-US" sz="2400" kern="1200" dirty="0" err="1">
                <a:latin typeface="Times New Roman"/>
                <a:cs typeface="Times New Roman"/>
              </a:rPr>
              <a:t>Rajshahi</a:t>
            </a:r>
            <a:r>
              <a:rPr lang="en-US" sz="2400" kern="1200" dirty="0">
                <a:latin typeface="Times New Roman"/>
                <a:cs typeface="Times New Roman"/>
              </a:rPr>
              <a:t> Division, Bangladesh. I come from a supportive family background where my father is a businessman and my mother is a job holder. I have two brothers and one sister. Growing up in a disciplined and education-focused environment has helped me develop responsibility, consistency, and a strong work ethic. Professionally, I am passionate about </a:t>
            </a:r>
            <a:r>
              <a:rPr lang="en-US" sz="2400" dirty="0">
                <a:latin typeface="Times New Roman"/>
                <a:cs typeface="Times New Roman"/>
              </a:rPr>
              <a:t>full stack </a:t>
            </a:r>
            <a:r>
              <a:rPr lang="en-US" sz="2400" dirty="0" err="1">
                <a:latin typeface="Times New Roman"/>
                <a:cs typeface="Times New Roman"/>
              </a:rPr>
              <a:t>developmrnt</a:t>
            </a:r>
            <a:r>
              <a:rPr lang="en-US" sz="2400" dirty="0">
                <a:latin typeface="Times New Roman"/>
                <a:cs typeface="Times New Roman"/>
              </a:rPr>
              <a:t> backend </a:t>
            </a:r>
            <a:r>
              <a:rPr lang="en-US" sz="2400" dirty="0">
                <a:ea typeface="+mn-lt"/>
                <a:cs typeface="+mn-lt"/>
              </a:rPr>
              <a:t>focused</a:t>
            </a:r>
            <a:r>
              <a:rPr lang="en-US" sz="2400" kern="1200" dirty="0">
                <a:latin typeface="Times New Roman"/>
                <a:cs typeface="Times New Roman"/>
              </a:rPr>
              <a:t>, API design, database management, and building scalable and secure systems.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98BF4A-171B-63FB-05D3-2633630AAD10}"/>
              </a:ext>
            </a:extLst>
          </p:cNvPr>
          <p:cNvSpPr txBox="1"/>
          <p:nvPr/>
        </p:nvSpPr>
        <p:spPr>
          <a:xfrm>
            <a:off x="4856480" y="767080"/>
            <a:ext cx="247904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baseline="0">
                <a:latin typeface="Times New Roman"/>
                <a:cs typeface="Times New Roman"/>
              </a:rPr>
              <a:t>ABOUT </a:t>
            </a:r>
            <a:r>
              <a:rPr lang="en-US" sz="3200">
                <a:latin typeface="Times New Roman"/>
                <a:cs typeface="Times New Roman"/>
              </a:rPr>
              <a:t>ME</a:t>
            </a:r>
          </a:p>
        </p:txBody>
      </p:sp>
    </p:spTree>
    <p:extLst>
      <p:ext uri="{BB962C8B-B14F-4D97-AF65-F5344CB8AC3E}">
        <p14:creationId xmlns:p14="http://schemas.microsoft.com/office/powerpoint/2010/main" val="3310467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5F77B3-4AAF-1AC0-285B-0B728DB2F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TECHNOLOGY STACK</a:t>
            </a:r>
            <a:endParaRPr lang="en-US" sz="40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50" name="Content Placeholder 45">
            <a:extLst>
              <a:ext uri="{FF2B5EF4-FFF2-40B4-BE49-F238E27FC236}">
                <a16:creationId xmlns:a16="http://schemas.microsoft.com/office/drawing/2014/main" id="{769B4052-BCCE-B6B2-D5B9-19ACF93344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912714"/>
              </p:ext>
            </p:extLst>
          </p:nvPr>
        </p:nvGraphicFramePr>
        <p:xfrm>
          <a:off x="-980" y="2484286"/>
          <a:ext cx="4534464" cy="2548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79" name="Content Placeholder 45">
            <a:extLst>
              <a:ext uri="{FF2B5EF4-FFF2-40B4-BE49-F238E27FC236}">
                <a16:creationId xmlns:a16="http://schemas.microsoft.com/office/drawing/2014/main" id="{D74A6766-8610-D8B1-4930-F399E52F51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2748010"/>
              </p:ext>
            </p:extLst>
          </p:nvPr>
        </p:nvGraphicFramePr>
        <p:xfrm>
          <a:off x="2398886" y="2484286"/>
          <a:ext cx="4534464" cy="2548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564" name="Content Placeholder 45">
            <a:extLst>
              <a:ext uri="{FF2B5EF4-FFF2-40B4-BE49-F238E27FC236}">
                <a16:creationId xmlns:a16="http://schemas.microsoft.com/office/drawing/2014/main" id="{7316EE6A-1B66-3B9B-B870-781DD82E93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1811345"/>
              </p:ext>
            </p:extLst>
          </p:nvPr>
        </p:nvGraphicFramePr>
        <p:xfrm>
          <a:off x="4882387" y="2484286"/>
          <a:ext cx="4534464" cy="2548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571" name="Content Placeholder 45">
            <a:extLst>
              <a:ext uri="{FF2B5EF4-FFF2-40B4-BE49-F238E27FC236}">
                <a16:creationId xmlns:a16="http://schemas.microsoft.com/office/drawing/2014/main" id="{57D9567D-C0BC-3679-2F2E-3F29477325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1280766"/>
              </p:ext>
            </p:extLst>
          </p:nvPr>
        </p:nvGraphicFramePr>
        <p:xfrm>
          <a:off x="7233807" y="2484286"/>
          <a:ext cx="5054854" cy="2548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</p:spTree>
    <p:extLst>
      <p:ext uri="{BB962C8B-B14F-4D97-AF65-F5344CB8AC3E}">
        <p14:creationId xmlns:p14="http://schemas.microsoft.com/office/powerpoint/2010/main" val="485673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D5171A-16CD-292F-2BD8-DE214ECAB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C693DC-26D5-6EDE-841A-338A167C6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>
                <a:latin typeface="Times New Roman"/>
                <a:ea typeface="+mj-lt"/>
                <a:cs typeface="Times New Roman"/>
              </a:rPr>
              <a:t>KEY PROJECTS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36" name="Content Placeholder 32">
            <a:extLst>
              <a:ext uri="{FF2B5EF4-FFF2-40B4-BE49-F238E27FC236}">
                <a16:creationId xmlns:a16="http://schemas.microsoft.com/office/drawing/2014/main" id="{01102093-BE64-6596-3540-41E7DB0983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2852266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8339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89A463-DC5C-FA81-2F85-CB209C40B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1962A4-A4BD-CE6A-3CE7-B4F693761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>
                <a:latin typeface="Times New Roman"/>
                <a:ea typeface="+mj-lt"/>
                <a:cs typeface="Times New Roman"/>
              </a:rPr>
              <a:t>KEY PROJECTS</a:t>
            </a:r>
            <a:endParaRPr lang="en-US" sz="5200">
              <a:latin typeface="Times New Roman"/>
              <a:cs typeface="Times New Roman"/>
            </a:endParaRPr>
          </a:p>
        </p:txBody>
      </p:sp>
      <p:graphicFrame>
        <p:nvGraphicFramePr>
          <p:cNvPr id="36" name="Content Placeholder 32">
            <a:extLst>
              <a:ext uri="{FF2B5EF4-FFF2-40B4-BE49-F238E27FC236}">
                <a16:creationId xmlns:a16="http://schemas.microsoft.com/office/drawing/2014/main" id="{AF662494-637E-68B7-5FB8-C23380B5BE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305119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778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04A855-60D0-CBDB-6654-A76784591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81E1224E-6618-482E-BE87-321A7FC1C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101951-AD95-079A-58B4-BC997D4EE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34" y="957447"/>
            <a:ext cx="3383280" cy="4943105"/>
          </a:xfrm>
        </p:spPr>
        <p:txBody>
          <a:bodyPr anchor="ctr">
            <a:normAutofit/>
          </a:bodyPr>
          <a:lstStyle/>
          <a:p>
            <a:r>
              <a:rPr lang="en-US" sz="4000">
                <a:latin typeface="Times New Roman"/>
                <a:ea typeface="+mj-lt"/>
                <a:cs typeface="Times New Roman"/>
              </a:rPr>
              <a:t>KEY PROJECTS</a:t>
            </a:r>
            <a:endParaRPr lang="en-US" sz="4000">
              <a:latin typeface="Times New Roman"/>
              <a:cs typeface="Times New Roman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8126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234" y="6163056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36" name="Content Placeholder 32">
            <a:extLst>
              <a:ext uri="{FF2B5EF4-FFF2-40B4-BE49-F238E27FC236}">
                <a16:creationId xmlns:a16="http://schemas.microsoft.com/office/drawing/2014/main" id="{B1F122EE-EC80-D732-9DCA-8366331E5A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6789449"/>
              </p:ext>
            </p:extLst>
          </p:nvPr>
        </p:nvGraphicFramePr>
        <p:xfrm>
          <a:off x="4549514" y="621792"/>
          <a:ext cx="6807333" cy="5541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5002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ight Triangle 5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C37EDA-F6D9-3294-271C-4E7CB85A2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3100" b="1">
                <a:latin typeface="Times New Roman"/>
                <a:cs typeface="Times New Roman"/>
              </a:rPr>
              <a:t>WHY I WANT TO FOCUS ON BACKEND</a:t>
            </a:r>
            <a:endParaRPr lang="en-US" sz="3100">
              <a:latin typeface="Times New Roman"/>
              <a:cs typeface="Times New Roman"/>
            </a:endParaRPr>
          </a:p>
          <a:p>
            <a:pPr algn="r"/>
            <a:endParaRPr lang="en-US" sz="3100">
              <a:latin typeface="Times New Roman"/>
              <a:cs typeface="Times New Roman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ontent Placeholder 45">
            <a:extLst>
              <a:ext uri="{FF2B5EF4-FFF2-40B4-BE49-F238E27FC236}">
                <a16:creationId xmlns:a16="http://schemas.microsoft.com/office/drawing/2014/main" id="{A9612F3F-F9BD-F4A0-E645-3D2ABD7E1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11835" lvl="1" indent="-356235"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200">
                <a:latin typeface="Times New Roman"/>
                <a:cs typeface="Times New Roman"/>
              </a:rPr>
              <a:t>I enjoy working with server-side logic</a:t>
            </a:r>
          </a:p>
          <a:p>
            <a:pPr marL="711835" lvl="1" indent="-356235"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200">
                <a:latin typeface="Times New Roman"/>
                <a:cs typeface="Times New Roman"/>
              </a:rPr>
              <a:t>I like designing APIs and databases</a:t>
            </a:r>
          </a:p>
          <a:p>
            <a:pPr marL="711835" lvl="1" indent="-356235"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200">
                <a:latin typeface="Times New Roman"/>
                <a:cs typeface="Times New Roman"/>
              </a:rPr>
              <a:t>Backend handles the core business logic</a:t>
            </a:r>
          </a:p>
          <a:p>
            <a:pPr marL="711835" lvl="1" indent="-356235"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200">
                <a:latin typeface="Times New Roman"/>
                <a:cs typeface="Times New Roman"/>
              </a:rPr>
              <a:t>It improves performance and security</a:t>
            </a:r>
          </a:p>
          <a:p>
            <a:pPr marL="711835" lvl="1" indent="-356235"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200">
                <a:latin typeface="Times New Roman"/>
                <a:cs typeface="Times New Roman"/>
              </a:rPr>
              <a:t>I feel more confident solving backend problems</a:t>
            </a:r>
          </a:p>
          <a:p>
            <a:pPr marL="0" indent="0">
              <a:buNone/>
            </a:pPr>
            <a:endParaRPr lang="en-US" sz="220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6895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/>
                <a:cs typeface="Times New Roman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/>
                <a:cs typeface="Times New Roman"/>
              </a:endParaRP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BF2E8B-2D41-4280-9779-C33EB043F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US" sz="5400">
                <a:latin typeface="Times New Roman"/>
                <a:cs typeface="Times New Roman"/>
              </a:rPr>
              <a:t>SKILLS I WANT TO IMPROVE</a:t>
            </a:r>
          </a:p>
          <a:p>
            <a:endParaRPr lang="en-US" sz="5400">
              <a:latin typeface="Times New Roman"/>
              <a:cs typeface="Times New Roman"/>
            </a:endParaRP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B32E7213-7483-B24D-E057-599545E72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24" y="1917393"/>
            <a:ext cx="10449191" cy="41904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917575" lvl="1" indent="-458470">
              <a:spcBef>
                <a:spcPts val="0"/>
              </a:spcBef>
              <a:buFont typeface="Arial,Sans-Serif" panose="020B0604020202020204" pitchFamily="34" charset="0"/>
            </a:pPr>
            <a:r>
              <a:rPr lang="en-US" sz="3200">
                <a:latin typeface="Times New Roman"/>
                <a:cs typeface="Times New Roman"/>
              </a:rPr>
              <a:t>Advanced Backend concepts</a:t>
            </a:r>
          </a:p>
          <a:p>
            <a:pPr marL="917575" lvl="1" indent="-458470">
              <a:spcBef>
                <a:spcPts val="0"/>
              </a:spcBef>
              <a:buFont typeface="Arial,Sans-Serif" panose="020B0604020202020204" pitchFamily="34" charset="0"/>
            </a:pPr>
            <a:r>
              <a:rPr lang="en-US" sz="3200">
                <a:latin typeface="Times New Roman"/>
                <a:cs typeface="Times New Roman"/>
              </a:rPr>
              <a:t>System Design</a:t>
            </a:r>
          </a:p>
          <a:p>
            <a:pPr marL="917575" lvl="1" indent="-458470">
              <a:spcBef>
                <a:spcPts val="0"/>
              </a:spcBef>
              <a:buFont typeface="Arial,Sans-Serif" panose="020B0604020202020204" pitchFamily="34" charset="0"/>
            </a:pPr>
            <a:r>
              <a:rPr lang="en-US" sz="3200">
                <a:latin typeface="Times New Roman"/>
                <a:cs typeface="Times New Roman"/>
              </a:rPr>
              <a:t>Scalable Application Architecture</a:t>
            </a:r>
          </a:p>
          <a:p>
            <a:pPr marL="917575" lvl="1" indent="-458470">
              <a:spcBef>
                <a:spcPts val="0"/>
              </a:spcBef>
              <a:buFont typeface="Arial,Sans-Serif" panose="020B0604020202020204" pitchFamily="34" charset="0"/>
            </a:pPr>
            <a:r>
              <a:rPr lang="en-US" sz="3200">
                <a:latin typeface="Times New Roman"/>
                <a:cs typeface="Times New Roman"/>
              </a:rPr>
              <a:t>API Security Best Practices</a:t>
            </a:r>
          </a:p>
          <a:p>
            <a:pPr marL="917575" lvl="1" indent="-458470">
              <a:spcBef>
                <a:spcPts val="0"/>
              </a:spcBef>
              <a:buFont typeface="Arial,Sans-Serif" panose="020B0604020202020204" pitchFamily="34" charset="0"/>
            </a:pPr>
            <a:r>
              <a:rPr lang="en-US" sz="3200">
                <a:latin typeface="Times New Roman"/>
                <a:cs typeface="Times New Roman"/>
              </a:rPr>
              <a:t>Basic DevOps and Cloud knowledge</a:t>
            </a:r>
          </a:p>
        </p:txBody>
      </p:sp>
    </p:spTree>
    <p:extLst>
      <p:ext uri="{BB962C8B-B14F-4D97-AF65-F5344CB8AC3E}">
        <p14:creationId xmlns:p14="http://schemas.microsoft.com/office/powerpoint/2010/main" val="4250714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73DA2-8268-18A3-FDA1-B769C9CAD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100">
                <a:latin typeface="Times New Roman"/>
                <a:cs typeface="Times New Roman"/>
              </a:rPr>
              <a:t>WHERE I SEE MY SELF IN 5 YEARS</a:t>
            </a:r>
          </a:p>
          <a:p>
            <a:endParaRPr lang="en-US"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/>
                <a:cs typeface="Times New Roman"/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D9A39-E9A5-5C01-379B-4C1A79920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7438" y="1834746"/>
            <a:ext cx="6025606" cy="28136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60705" lvl="1" indent="-280670">
              <a:spcBef>
                <a:spcPts val="0"/>
              </a:spcBef>
              <a:buFont typeface="Arial,Sans-Serif" panose="05000000000000000000" pitchFamily="2" charset="2"/>
              <a:buChar char="•"/>
            </a:pPr>
            <a:r>
              <a:rPr lang="en-US" sz="2200">
                <a:latin typeface="Times New Roman"/>
                <a:cs typeface="Times New Roman"/>
              </a:rPr>
              <a:t>Working as a Backend Engineer</a:t>
            </a:r>
            <a:endParaRPr lang="en-US" sz="2200" i="0">
              <a:effectLst/>
              <a:latin typeface="Times New Roman"/>
              <a:cs typeface="Times New Roman"/>
            </a:endParaRPr>
          </a:p>
          <a:p>
            <a:pPr marL="560705" lvl="1" indent="-280670">
              <a:spcBef>
                <a:spcPts val="0"/>
              </a:spcBef>
              <a:buFont typeface="Arial,Sans-Serif" panose="05000000000000000000" pitchFamily="2" charset="2"/>
              <a:buChar char="•"/>
            </a:pPr>
            <a:r>
              <a:rPr lang="en-US" sz="2200">
                <a:latin typeface="Times New Roman"/>
                <a:cs typeface="Times New Roman"/>
              </a:rPr>
              <a:t>Designing scalable </a:t>
            </a:r>
            <a:r>
              <a:rPr lang="en-US" sz="2200" i="0">
                <a:effectLst/>
                <a:latin typeface="Times New Roman"/>
                <a:cs typeface="Times New Roman"/>
              </a:rPr>
              <a:t>and </a:t>
            </a:r>
            <a:r>
              <a:rPr lang="en-US" sz="2200">
                <a:latin typeface="Times New Roman"/>
                <a:cs typeface="Times New Roman"/>
              </a:rPr>
              <a:t>secure systems</a:t>
            </a:r>
          </a:p>
          <a:p>
            <a:pPr marL="560705" lvl="1" indent="-280670">
              <a:spcBef>
                <a:spcPts val="0"/>
              </a:spcBef>
              <a:buFont typeface="Arial,Sans-Serif" panose="05000000000000000000" pitchFamily="2" charset="2"/>
              <a:buChar char="•"/>
            </a:pPr>
            <a:r>
              <a:rPr lang="en-US" sz="2200" dirty="0">
                <a:latin typeface="Times New Roman"/>
                <a:cs typeface="Times New Roman"/>
              </a:rPr>
              <a:t>Contributing </a:t>
            </a:r>
            <a:r>
              <a:rPr lang="en-US" sz="2200" i="0" dirty="0">
                <a:effectLst/>
                <a:latin typeface="Times New Roman"/>
                <a:cs typeface="Times New Roman"/>
              </a:rPr>
              <a:t>to </a:t>
            </a:r>
            <a:r>
              <a:rPr lang="en-US" sz="2200" dirty="0">
                <a:latin typeface="Times New Roman"/>
                <a:cs typeface="Times New Roman"/>
              </a:rPr>
              <a:t>real-world </a:t>
            </a:r>
            <a:r>
              <a:rPr lang="en-US" sz="2200">
                <a:latin typeface="Times New Roman"/>
                <a:cs typeface="Times New Roman"/>
              </a:rPr>
              <a:t>production applications</a:t>
            </a:r>
            <a:endParaRPr lang="en-US" sz="2200" i="0">
              <a:effectLst/>
              <a:latin typeface="Times New Roman"/>
              <a:cs typeface="Times New Roman"/>
            </a:endParaRPr>
          </a:p>
          <a:p>
            <a:pPr marL="560705" lvl="1" indent="-280670">
              <a:spcBef>
                <a:spcPts val="0"/>
              </a:spcBef>
              <a:buFont typeface="Arial,Sans-Serif" panose="05000000000000000000" pitchFamily="2" charset="2"/>
              <a:buChar char="•"/>
            </a:pPr>
            <a:r>
              <a:rPr lang="en-US" sz="2200">
                <a:latin typeface="Times New Roman"/>
                <a:cs typeface="Times New Roman"/>
              </a:rPr>
              <a:t>Continuously improving my technical </a:t>
            </a:r>
            <a:r>
              <a:rPr lang="en-US" sz="2200" i="0">
                <a:effectLst/>
                <a:latin typeface="Times New Roman"/>
                <a:cs typeface="Times New Roman"/>
              </a:rPr>
              <a:t>skills</a:t>
            </a:r>
            <a:endParaRPr lang="en-US" sz="2200" i="0" dirty="0">
              <a:effectLst/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5368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F91FF2-C6BB-D25F-4DFF-BFAC17055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CBAE840F-F061-061F-2B7D-C78DC16AF0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0373973"/>
              </p:ext>
            </p:extLst>
          </p:nvPr>
        </p:nvGraphicFramePr>
        <p:xfrm>
          <a:off x="838200" y="1695527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1723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30A9AC-C11B-E216-1CC6-4DF407EC6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017" y="2766218"/>
            <a:ext cx="7808916" cy="1325563"/>
          </a:xfrm>
        </p:spPr>
        <p:txBody>
          <a:bodyPr>
            <a:normAutofit fontScale="90000"/>
          </a:bodyPr>
          <a:lstStyle/>
          <a:p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YOU!😃</a:t>
            </a:r>
          </a:p>
        </p:txBody>
      </p:sp>
    </p:spTree>
    <p:extLst>
      <p:ext uri="{BB962C8B-B14F-4D97-AF65-F5344CB8AC3E}">
        <p14:creationId xmlns:p14="http://schemas.microsoft.com/office/powerpoint/2010/main" val="1036127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238D37C0B7F945A596A2F47E3BBA3B" ma:contentTypeVersion="4" ma:contentTypeDescription="Create a new document." ma:contentTypeScope="" ma:versionID="b75256c3f5a9cb8c3d36c1a6ec2b1db0">
  <xsd:schema xmlns:xsd="http://www.w3.org/2001/XMLSchema" xmlns:xs="http://www.w3.org/2001/XMLSchema" xmlns:p="http://schemas.microsoft.com/office/2006/metadata/properties" xmlns:ns3="e7098ed5-4caf-44e6-972e-4b1f68bd9f74" targetNamespace="http://schemas.microsoft.com/office/2006/metadata/properties" ma:root="true" ma:fieldsID="5c0887e250f9902e410c6ee22334851b" ns3:_="">
    <xsd:import namespace="e7098ed5-4caf-44e6-972e-4b1f68bd9f7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098ed5-4caf-44e6-972e-4b1f68bd9f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7098ed5-4caf-44e6-972e-4b1f68bd9f74" xsi:nil="true"/>
  </documentManagement>
</p:properties>
</file>

<file path=customXml/itemProps1.xml><?xml version="1.0" encoding="utf-8"?>
<ds:datastoreItem xmlns:ds="http://schemas.openxmlformats.org/officeDocument/2006/customXml" ds:itemID="{8C2B17A4-19AC-4078-8C7C-FD37A21DDD53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e7098ed5-4caf-44e6-972e-4b1f68bd9f74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27F400-93D3-46FC-A2D6-343796D665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B3B511-5636-4186-81DF-F39247499930}">
  <ds:schemaRefs>
    <ds:schemaRef ds:uri="http://schemas.microsoft.com/office/2006/metadata/properties"/>
    <ds:schemaRef ds:uri="http://www.w3.org/2000/xmlns/"/>
    <ds:schemaRef ds:uri="e7098ed5-4caf-44e6-972e-4b1f68bd9f74"/>
    <ds:schemaRef ds:uri="http://www.w3.org/2001/XMLSchema-instanc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921</Words>
  <Application>Microsoft Office PowerPoint</Application>
  <PresentationFormat>Widescreen</PresentationFormat>
  <Paragraphs>116</Paragraphs>
  <Slides>11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MY CAREER JOURNEY &amp; FUTURE VISION  </vt:lpstr>
      <vt:lpstr>PowerPoint Presentation</vt:lpstr>
      <vt:lpstr>TECHNOLOGY STACK</vt:lpstr>
      <vt:lpstr>KEY PROJECTS</vt:lpstr>
      <vt:lpstr>KEY PROJECTS</vt:lpstr>
      <vt:lpstr>KEY PROJECTS</vt:lpstr>
      <vt:lpstr>WHY I WANT TO FOCUS ON BACKEND </vt:lpstr>
      <vt:lpstr>SKILLS I WANT TO IMPROVE </vt:lpstr>
      <vt:lpstr>WHERE I SEE MY SELF IN 5 YEARS </vt:lpstr>
      <vt:lpstr>CONCLUSION</vt:lpstr>
      <vt:lpstr>THANK YOU!😃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Machine Learning Approach to Performance and Dropout prediction in Computer Science: Bangladesh perspective</dc:title>
  <dc:creator>Faruk Ahmed</dc:creator>
  <cp:lastModifiedBy>Nurjahan Akhter  Mim</cp:lastModifiedBy>
  <cp:revision>241</cp:revision>
  <dcterms:created xsi:type="dcterms:W3CDTF">2023-11-22T10:43:38Z</dcterms:created>
  <dcterms:modified xsi:type="dcterms:W3CDTF">2026-03-01T02:07:39Z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2023-11-22T10:50:27Z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fff207f7-2af6-4348-b290-d530f1a4898d</vt:lpwstr>
  </property>
  <property fmtid="{D5CDD505-2E9C-101B-9397-08002B2CF9AE}" pid="7" name="MSIP_Label_defa4170-0d19-0005-0004-bc88714345d2_ActionId">
    <vt:lpwstr>7011fbd1-4c7b-482d-8f69-c3ee401597d3</vt:lpwstr>
  </property>
  <property fmtid="{D5CDD505-2E9C-101B-9397-08002B2CF9AE}" pid="8" name="MSIP_Label_defa4170-0d19-0005-0004-bc88714345d2_ContentBits">
    <vt:lpwstr>0</vt:lpwstr>
  </property>
  <property fmtid="{D5CDD505-2E9C-101B-9397-08002B2CF9AE}" pid="9" name="ContentTypeId">
    <vt:lpwstr>0x01010057238D37C0B7F945A596A2F47E3BBA3B</vt:lpwstr>
  </property>
</Properties>
</file>